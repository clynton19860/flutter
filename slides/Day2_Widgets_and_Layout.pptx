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notesMaster" Target="notesMasters/notesMaster1.xml" /><Relationship Id="rId53" Type="http://schemas.openxmlformats.org/officeDocument/2006/relationships/presProps" Target="presProps.xml" /><Relationship Id="rId54" Type="http://schemas.openxmlformats.org/officeDocument/2006/relationships/viewProps" Target="viewProps.xml" /><Relationship Id="rId55" Type="http://schemas.openxmlformats.org/officeDocument/2006/relationships/theme" Target="theme/theme1.xml" /><Relationship Id="rId56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43032" y="4480560"/>
            <a:ext cx="3108960" cy="31089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 ·  TECHNICAL TRAINING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Application Development · 5-Day Programme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&amp; Layout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widgets · The layout system · Lists &amp; forms · Theming for white-label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mostly hands-on  ·  Instructor: Clynton Botterill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09:00 - 10:30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widgets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debrief at the whiteboard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Container, Text, Icon, Image, Buttons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 in practice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Widget, const, keys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0138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4458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445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50258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10:45 - 12:30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50258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system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64458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/ Column / Expanded / Flexible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overflow errors and their fixes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Positioned, responsive layouts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2.1 - brand header + responsive shell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05956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595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91756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13:15 - 14:45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191756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forms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05956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ListView.builder, GridView, Dismissible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TextFormField, validators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picker, dialogs, snackbars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2.2 - quote capture form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3134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47454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4745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33254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15:00 - 16:00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33254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theming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47454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ThemeData, ColorScheme.fromSeed, Material 3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BrandTheme - the white-label seed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fonts, images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2.3 - two brands, one app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debrief: constraints down, sizes up, parent positions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9650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Q1 - the rule.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gives min/max width and height. Child chooses a size inside them. Parent places the child.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Q2 - Container with no child.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be as big as allowed. Under bounded constraints (Center, Scaffold body) it fills them; under an unbounded axis (Column main axis, ListView) "as big as possible" is undefined and it collapses to zero.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Q3 - unbounded.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infinity on one axis. ListView, SingleChildScrollView, and Column/Row main axis hand out infinity; children that want "as big as possible" then fail.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Q4 - the surprising example.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#20-#24: ConstrainedBox / UnconstrainedBox / OverflowBox. Run it in DartPad on the projector.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87969" y="1325880"/>
            <a:ext cx="5852343" cy="393192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25129" y="1435608"/>
            <a:ext cx="5578023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→ child: "you may be between minW..maxW and minH..maxH"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→ parent: "I am w × h"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Parent: "then you sit at (x, y)"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Tight constraints: min == max (e.g. SizedBox(width: 100, height: 40))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Loose constraints: min 0, max N (e.g. inside Center or Align)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Unbounded: max = infinity (inside ListView / Column main axis)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Center(                     // loose but BOUNDED (0..screen)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Container(         // no child, no size → be as BIG as allowed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Colors.amber,    // → fills the whole Center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Column(children: [          // main axis UNBOUNDED (0..infinity)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Container(color: Colors.amber),   // "as big as allowed" is undefined → 0 height, invisible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SizedBox(width: 100, height: 40, child: Container(color: Colors.amber))  // tight → exactly 100×40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7969" y="5394960"/>
            <a:ext cx="5852343" cy="685800"/>
          </a:xfrm>
          <a:prstGeom prst="roundRect">
            <a:avLst>
              <a:gd name="adj" fmla="val 13333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25129" y="5440680"/>
            <a:ext cx="55780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layout error today is one of these three: too tight, too loose, or unbounded. When you see red and yellow stripes, ask "who gave whom which constraint?"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09:20 - 10:30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widgets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Container, Text, Icon, Image and the Material 3 button family correctly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Stateless vs Stateful for a given piece of UI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build methods with Extract Widget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const and Keys do for rebuilds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the Swiss-army box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9650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width/height are preferences; constraints from the parent win.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/ margin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EdgeInsets.all, symmetric, only, fromLTRB. margin is outside the decoration, padding inside.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decoration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BoxDecoration: color, borderRadius, border, boxShadow, gradient, image. Use color OR decoration, not both.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the child inside the box; also makes the Container expand to fill.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specific widgets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Padding, SizedBox, DecoratedBox, Align are cheaper and clearer when you only need one 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87969" y="1325880"/>
            <a:ext cx="58523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25129" y="1435608"/>
            <a:ext cx="55780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Center(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child: Container(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width: 200,                     // preferred size - honoured only if constraints allow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height: 120,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padding: const EdgeInsets.all(16),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margin: const EdgeInsets.symmetric(horizontal: 24),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alignment: Alignment.bottomRight,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decoration: BoxDecoration(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color: Theme.of(context).colorScheme.primaryContainer,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borderRadius: BorderRadius.circular(12),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border: Border.all(color: Colors.black12),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boxShadow: const [BoxShadow(blurRadius: 8, color: Colors.black26)],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const Text('R 1 450 / month'),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Icon, Image, and the Material 3 button family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3993002"/>
                <a:gridCol w="399300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Text('…', style:, maxLines:, overflow:)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from Theme.of(context).textTheme; ellipsis needs bounded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RichText / Text.rich(TextSpan(…))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styles in one 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via TapGestureRecognizer (dispose 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Icon(Icons.shield)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icons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and color from IconTheme; semanticLabel for a11y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Image.asset / Image.network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fit: BoxFit.cover; declare assets in pubspec; hot restart after adding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FilledButton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action (one per screen)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default; .icon variant; .tonal for secondary emphasis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ElevatedButton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primary look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fine; prefer FilledButton in M3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OutlinedButton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API as FilledButton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TextButton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emphasis (dialog actions, links)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IconButton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Icon-only, toolbar/app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set tooltip: for accessibility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FloatingActionButton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screen-level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Scaffold.floatingActionButton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SegmentedButton&lt;T&gt;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one/many of 2-5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ToggleButtons in M3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any 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onPressed: null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 greys out automatically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Stateful: the decision rule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08676" cy="4023360"/>
          </a:xfrm>
          <a:prstGeom prst="roundRect">
            <a:avLst>
              <a:gd name="adj" fmla="val 2273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Stateless when…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9514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it shows comes from constructor arguments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reacts to nothing except a rebuild from its parent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today: BrandHeader, PremiumBadge, QuoteTile, most cards and rows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choice. Cheap, testable, composable.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31636" y="1325880"/>
            <a:ext cx="5408676" cy="4023360"/>
          </a:xfrm>
          <a:prstGeom prst="roundRect">
            <a:avLst>
              <a:gd name="adj" fmla="val 2273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60236" y="1463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Stateful when…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60236" y="1965960"/>
            <a:ext cx="495147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owns a controller: TextEditingController, ScrollController, AnimationController, FocusNode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local UI state nobody else needs: toggle, expanded/collapsed, current tab, form field values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initState / dispose lifecycle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today: CaptureForm, brand toggle (until Riverpod replaces it tomorrow)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state (the quote, the user, the cart) is neither - it goes to Riverpod tomorrow. If two widgets need the same state, it does not belong in either of them.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that keep build() readable and fast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Widget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on a subtree → Ctrl/Cmd+. → Extract Widget → name it. Prefer a new class over a helper method: classes get their own element, const, and rebuild scope.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const constructors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 widget is created once and skipped on every rebuild. The analyser suggests them; dart fix --apply adds them project-wide.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needed when siblings of the same type are reordered, inserted or removed (lists, Dismissible, AnimatedList). Use ValueKey(id), never index.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_buildHeader() helper methods returning widgets. They work, but they rebuild with the parent and cannot be const.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53949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544068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build() method does not fit on one screen, extract. If a widget takes no parameters that change, make it const.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10:45 - 12:30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system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any screen from Row, Column, Stack, Expanded and SizedBox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the four overflow / constraint errors on sight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layout respond to width, orientation and safe areas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layout in the DevTools Layout Explorer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Column: main axis, cross axis, and who gets the space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→ horizontal, Column → vertical. mainAxisAlignment spaces children along it.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axis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one. crossAxisAlignment: start / center / end / stretch.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mainAxisSize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(fill the parent, default) or min (shrink-wrap).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must take exactly its share of leftover space (flex).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may take up to its share; FlexFit.loose.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Spacer / SizedBox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flexible gap / fixed gap. Prefer SizedBox(height: 12) over Padding for gaps.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mainAxisAlignment: MainAxisAlignment.start,       // main axis = vertical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crossAxisAlignment: CrossAxisAlignment.stretch,   // cross axis = horizontal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mainAxisSize: MainAxisSize.min,                   // shrink-wrap vs fill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Icon(Icons.directions_car),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SizedBox(width: 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Expanded(child: Text('VW Polo 2020', overflow: TextOverflow.ellipsis)),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Text('R 1 450', style: Theme.of(context).textTheme.titleMedium),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SizedBox(height: 12),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Expanded(flex: 2, child: FilledButton(onPressed: () {}, child: const Text('Accept'))),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SizedBox(width: 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Expanded(flex: 1, child: OutlinedButton(onPressed: () {}, child: const Text('Edit'))),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errors you will see today, and their fixes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"A RenderFlex overflowed by 42 pixels on the right"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Row(children: [Text('A very long vehicle description that will not fit')])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give the text bounded width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Row(children: [Expanded(child: Text('A very long…', overflow: TextOverflow.ellipsis))])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"Vertical viewport was given unbounded height"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Column(children: [ListView(children: const [Text('a')])])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bound the ListView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Column(children: [Expanded(child: ListView(children: const [Text('a')]))])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(short lists only): ListView(shrinkWrap: true, physics: NeverScrollableScrollPhysics())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"Incorrect use of ParentDataWidget"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Container(child: Expanded(child: Text('x')))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Expanded/Flexible only directly inside Row / Column / Flex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Column(children: [Expanded(child: Text('x'))])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4) "BoxConstraints forces an infinite width"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Row(children: [TextField()])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Row(children: [Expanded(child: TextField())])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first line of the red error text. It names the widget and the axis. Then ask who gave it unbounded or too-tight constraints.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 Positioned: layering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9650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painted in order; later ones on top. Non-positioned children are aligned by alignment:.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left/top/right/bottom/width/height relative to the Stack. Negative values allowed with clipBehavior: Clip.none.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Positioned.fill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whole Stack - overlays, scrims, tap targets.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sizing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its non-positioned children (fit: StackFit.loose) or expands (StackFit.expand).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header with overlapping chip, badges on icons, image with caption overlay, loading overlay.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87969" y="1325880"/>
            <a:ext cx="58523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25129" y="1435608"/>
            <a:ext cx="55780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clipBehavior: Clip.none,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height: 160,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decoration: BoxDecoration(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color: Theme.of(context).colorScheme.primary,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borderRadius: BorderRadius.circular(16),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Positioned(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left: 16, top: 16,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Text('Alpha Insure',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style: Theme.of(context).textTheme.titleLarge?.copyWith(color: Colors.white)),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Positioned(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right: 16, bottom: -20,               // overlaps the card edge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Chip(label: const Text('Comprehensive'), backgroundColor: Colors.white),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Positioned.fill(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Align(alignment: Alignment.center, child: Icon(Icons.shield, size: 48, color: Colors.white24)),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Responsive: MediaQuery, LayoutBuilder, OrientationBuilder, SafeArea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9650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MediaQuery.sizeOf(context)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size; sizeOf (not .of) rebuilds only when size changes.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LayoutBuilder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the PARENT gives you - the right tool inside a layout; works in split panes and dialogs.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compact &lt; 600, medium 600-840, expanded ≥ 840. Two-column form at ≥ 700 in our app.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SafeArea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for notch, status bar, gesture bar. Put it inside Scaffold body, not around Scaffold.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scaling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set 130% fonts. Never fix a height around text; let it grow.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87969" y="1325880"/>
            <a:ext cx="58523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25129" y="1435608"/>
            <a:ext cx="55780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Screen size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size = MediaQuery.sizeOf(context);          // rebuilds only on size change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isWide = size.width &gt;= 600;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Parent constraints (preferred inside layouts)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LayoutBuilder(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(context, constraints)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twoColumn = constraints.maxWidth &gt;= 600;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twoColumn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Row(children: [Expanded(child: form), Expanded(child: summary)])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Column(children: [form, summary]);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Orientation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OrientationBuilder(builder: (context, o) =&gt; o == Orientation.portrait ? portrait : landscape)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4) Safe areas (notch, status bar, gesture bar)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SafeArea(child: body)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5) Text scaling accessibility - never hard-code heights around text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scale = MediaQuery.textScalerOf(context);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read + 5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"Layouts in Flutter" - find the widget you did not know existed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docs.flutter.dev/ui/layout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page plus the "Common layout widgets" section; skim the widget catalogue at docs.flutter.dev/ui/widgets/layout (about 10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single-child and one multi-child layout widget you had not heard of, and what problem each solves.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Wrap over Row? What does Wrap do that Row cannot?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Align and Center, and between SizedBox and ConstrainedBox?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widget you would use for "a grid of cover options that reflows on tablets" - and the one for "pin a total to the bottom".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the room: each person names one widget and one sentence on what it is for. No repeats.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writes them on the whiteboard as a catalogue for the week.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answers feed directly into Lab 2.1 and the GridView slide after lunch.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header and responsive shell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CaptureScreen has a brand header (Stack) and switches to a two-column layout above 700 px, with no overflow at any width.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lab-2-1-start (or continue from your Day 1 code). Add features/quote/domain/cover.dart label getter from Appendix.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_BrandHeader (Stateless): Container with primaryContainer background, Row with Icon + brand name (titleLarge), tagline below. Use theme colours only.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it to a Stack: coloured card, title Positioned top-left, a Chip("Comprehensive") hanging off the bottom-right edge with clipBehavior: Clip.none.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CaptureScreen body: SafeArea → LayoutBuilder. Below 700 px: SingleChildScrollView(Column[header, placeholder form]). At ≥ 700: Row[SizedBox(280, header), Expanded(scrollable form)].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emulator (landscape) and confirm the layout switches. Resize the window if running in Chrome.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put a ListView in the Column and read the error. Fix it with Expanded. Remove it again.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→ Layout Explorer, select the Row, screenshot the flex view for your notes.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 clean, dart fix --apply, commit "Day 2: header + responsive shell".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Hero-style watermark Icon via Positioned.fill + Align + Opacity.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Wrap to show three cover Chips under the tagline that reflow at narrow widths.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header collapse to a single row when constraints.maxHeight &lt; 500 (landscape phone).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·  13:15 - 14:45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forms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long lists lazily with ListView.builder and GridView.builder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swipe-to-delete and pull-to-refresh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validated Form with text, number, dropdown and date fields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dialogs, bottom sheets and snackbars safely after an await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ListView.builder: lazy lists, keys, and swipe-to-delete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8558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ListView(children: [...])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everything up front - fine for &lt; 20 fixed items.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 / .separated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only visible rows; itemCount + itemBuilder. Use for anything data-driven.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ListTile + Card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row: leading, title, subtitle, trailing, onTap.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Dismissible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delete; needs a unique key per item; you remove the item in onDismissed or it throws.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handle the empty list explicitly.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78802" y="1325880"/>
            <a:ext cx="69615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saved_quotes_list.dart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815962" y="1435608"/>
            <a:ext cx="66871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ListView.separated(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const EdgeInsets.all(16),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itemCount: quotes.length,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separatorBuilder: (_, __) =&gt; const SizedBox(height: 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itemBuilder: (context, i)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q = quotes[i];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Dismissible(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key: ValueKey(q.id),                    // stable key per item, never the index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direction: DismissDirection.endToStart,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background: Container(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alignment: Alignment.centerRight,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padding: const EdgeInsets.only(right: 16),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color: Theme.of(context).colorScheme.error,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const Icon(Icons.delete, color: Colors.white),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onDismissed: (_) =&gt; onDelete(q),        // MUST remove the item from the list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Card(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ListTile(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leading: const Icon(Icons.description_outlined),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Text(q.display),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subtitle: Text('Quote ${q.id}'),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trailing: const Icon(Icons.chevron_right),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onTap: () {},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GridView, RefreshIndicator, scroll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9650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GridView.builder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SliverGridDelegateWithMaxCrossAxisExtent for responsive columns, or WithFixedCrossAxisCount.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RefreshIndicator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scrollable; onRefresh returns a Future. AlwaysScrollableScrollPhysics lets short lists pull.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ScrollController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jumpTo / animateTo, listen for position (infinite scroll). Dispose it.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SingleChildScrollView vs ListView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child, builds all vs lazy rows. Forms use the former; data uses the latter.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Slivers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CustomScrollView + SliverAppBar for collapsing headers. Show, do not teach.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87969" y="1325880"/>
            <a:ext cx="58523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cover_grid.dart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25129" y="1435608"/>
            <a:ext cx="55780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GridView.builder(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const EdgeInsets.all(16),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gridDelegate: const SliverGridDelegateWithMaxCrossAxisExtent(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maxCrossAxisExtent: 220,      // responsive: as many columns as fit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mainAxisSpacing: 12,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crossAxisSpacing: 12,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childAspectRatio: 1.2,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itemCount: Cover.values.length,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itemBuilder: (context, i)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c = Cover.values[i];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Card(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InkWell(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onTap: () =&gt; onSelect(c),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Padding(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padding: const EdgeInsets.all(12),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child: Column(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crossAxisAlignment: CrossAxisAlignment.start,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const Icon(Icons.shield_outlined),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const Spacer(),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Text(c.label, style: Theme.of(context).textTheme.titleMedium),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Text('× ${c.factor}'),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FormState, and controllers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fields; GlobalKey&lt;FormState&gt; is your handle. validate() runs every validator and shows errors; save() calls every onSaved; reset() clears.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TextEditingController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a field's text; create in State, dispose in dispose().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returns String?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means valid; a String is the error message shown under the field.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autovalidateMode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onUserInteraction validates as they type after first submit - the friendliest setting.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owns the form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CaptureForm is Stateful because of the controllers; the submitted QuoteRequest goes UP via a callback.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capture_form.dart (1/3)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CaptureForm extends StatefulWidget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CaptureForm({super.key, required this.onSubmit});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void Function(QuoteRequest) onSubmit;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State&lt;CaptureForm&gt; createState() =&gt; _CaptureFormState();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_CaptureFormState extends State&lt;CaptureForm&gt;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_formKey = GlobalKey&lt;FormState&gt;();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_makeCtrl = TextEditingController();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_yearCtrl = TextEditingController();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Cover _cover = Cover.comprehensive;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DateTime? _licenceDate;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dispose()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_makeCtrl.dispose();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_yearCtrl.dispose();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super.dispose();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_submit()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(!_formKey.currentState!.validate()) return;   // runs every validator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year = int.parse(_yearCtrl.text);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age = DateTime.now().year - (_licenceDate?.year ?? DateTime.now().year) + 18;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widget.onSubmit(QuoteRequest(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make: _makeCtrl.text.trim(), year: year, driverAge: age, cover: _cover));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=&gt; Form(key: _formKey, child: _fields(context));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_fields() on the next slide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fields: text, number, dropdown, date, submit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capture_form.dart (2/3)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 _fields(BuildContext context) =&gt; Column(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crossAxisAlignment: CrossAxisAlignment.stretch,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TextFormField(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controller: _makeCtrl,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decoration: const InputDecoration(labelText: 'Vehicle make', hintText: 'e.g. VW'),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textInputAction: TextInputAction.next,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textCapitalization: TextCapitalization.words,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validator: (v) =&gt; (v == null || v.trim().isEmpty) ? 'Make is required' : null,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SizedBox(height: 12),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TextFormField(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controller: _yearCtrl,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decoration: const InputDecoration(labelText: 'Year'),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keyboardType: TextInputType.number,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inputFormatters: [FilteringTextInputFormatter.digitsOnly, LengthLimitingTextInputFormatter(4)],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validator: (v)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final y = int.tryParse(v ?? '');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fields: text, number, dropdown, date, submit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capture_form.dart (2/3)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(y == null) return 'Enter a 4-digit year';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(y &lt; 1990 || y &gt; DateTime.now().year) return 'Year must be 1990-${DateTime.now().year}';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null;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SizedBox(height: 12),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DropdownButtonFormField&lt;Cover&gt;(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initialValue: _cover,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decoration: const InputDecoration(labelText: 'Cover'),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items: [for (final c in Cover.values) DropdownMenuItem(value: c, child: Text(c.label))],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onChanged: (c) =&gt; setState(() =&gt; _cover = c ?? _cover),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SizedBox(height: 12),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_LicenceDateField(value: _licenceDate, onChanged: (d) =&gt; setState(() =&gt; _licenceDate = d)),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SizedBox(height: 24),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FilledButton.icon(onPressed: _submit, icon: const Icon(Icons.calculate), label: const Text('Get quote')),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Formatters need import package:flutter/services.dart. DropdownButtonFormField uses initialValue on current Flutter (value is deprecated since 3.33); see notes if your SDK is older.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FormField: the date picker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8558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showDatePicker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Future&lt;DateTime?&gt;; null if cancelled. Needs MaterialLocalizations (MaterialApp provides it).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FormField&lt;T&gt;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widget so it participates in validate()/save(). state.didChange(value) updates it.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InputDecorator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label/border/error like a TextFormField around any child.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dates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MaterialLocalizations.of(context).formatMediumDate, or the intl package for full control.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showTimePicker has the same shape.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78802" y="1325880"/>
            <a:ext cx="69615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capture_form.dart (3/3)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815962" y="1435608"/>
            <a:ext cx="66871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_LicenceDateField extends StatelessWidget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_LicenceDateField({required this.value, required this.onChanged});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DateTime? value;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ValueChanged&lt;DateTime?&gt; onChanged;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text = value == null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'Select date'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MaterialLocalizations.of(context).formatMediumDate(value!);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FormField&lt;DateTime&gt;(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initialValue: value,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validator: (d) =&gt; d == null ? 'Licence date is required' : null,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builder: (state) =&gt; InputDecorator(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decoration: InputDecoration(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labelText: 'Licence issue date',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errorText: state.errorText,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suffixIcon: const Icon(Icons.calendar_today),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InkWell(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onTap: 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final now = DateTime.now();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final picked = await showDatePicker(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context: context, initialDate: value ?? DateTime(now.year - 5),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firstDate: DateTime(1950), lastDate: now);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(picked != null) { state.didChange(picked); onChanged(picked);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child: Text(text),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Dialogs, bottom sheets, snackbars - and the mounted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07767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ScaffoldMessenger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SnackBars; survives navigation; needs a Scaffold somewhere above.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showDialog&lt;T&gt;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whatever Navigator.pop(ctx, value) sends back. Use the dialog's own ctx to pop.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showModalBottomSheet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pattern; showDragHandle: true in M3.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await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(!context.mounted) return; - the user may have left the screen while you waited.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dialog from build(). Trigger from callbacks or post-frame.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00635" y="1325880"/>
            <a:ext cx="6739677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37795" y="1435608"/>
            <a:ext cx="6465357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SnackBar - needs a Scaffold ancestor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ScaffoldMessenger.of(context).showSnackBar(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SnackBar(content: Text('Quote saved'), behavior: SnackBarBehavior.floating),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Confirmation dialog - returns a Future of the popped value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confirmed = await showDialog&lt;bool&gt;(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context: context,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(ctx) =&gt; AlertDialog(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const Text('Discard changes?'),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const Text('Your unsaved quote will be lost.'),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actions: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TextButton(onPressed: () =&gt; Navigator.pop(ctx, false), child: const Text('Cancel')),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FilledButton(onPressed: () =&gt; Navigator.pop(ctx, true), child: const Text('Discard')),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(!context.mounted) return;                 // after any await in a widget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(confirmed == true) { /* … */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Bottom sheet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showModalBottomSheet(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context: context,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showDragHandle: true,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(ctx) =&gt; const CoverPickerSheet(),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inputs, gestures, focus and the keyboard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Tappable anything - InkWell gives Material ripple; GestureDetector gives raw gestures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InkWell(onTap: () {}, borderRadius: BorderRadius.circular(12), child: card)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GestureDetector(onLongPress: () {}, onHorizontalDragEnd: (d) {}, child: card)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Other inputs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Switch(value: _extras, onChanged: (v) =&gt; setState(() =&gt; _extras = v))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SwitchListTile(title: const Text('Roadside assist'), value: _ra, onChanged: (v) =&gt; setState(() =&gt; _ra = v))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CheckboxListTile(title: const Text('Accept terms'), value: _ok, onChanged: (v) =&gt; setState(() =&gt; _ok = v ?? false))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Slider(value: _excess, min: 0, max: 10000, divisions: 20, label: 'R ${_excess.round()}', onChanged: (v) =&gt; setState(() =&gt; _excess = v))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SegmentedButton&lt;Cover&gt;(segments: [...], selected: {_cover}, onSelectionChanged: (s) =&gt; setState(() =&gt; _cover = s.first))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Focus &amp; keyboard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FocusScope.of(context).unfocus();            // dismiss keyboard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_yearFocus = FocusNode();               // dispose() it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TextFormField(focusNode: _yearFocus, onFieldSubmitted: (_) =&gt; _submit())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InkWell inside a Material ancestor (Card, Scaffold) gives the ripple; GestureDetector is for raw gestures with no visual. FocusScope.unfocus() dismisses the keyboard.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read + 5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the official form validation cookbook - compare it to what we built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docs.flutter.dev/cookbook/forms/validation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recipe, then "Retrieve the value of a text field" and "Handle changes to a text field" from the same cookbook (about 8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cookbook uses a GlobalKey and validate(); what does our CaptureForm add on top, and why?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two ways to read a text field's value, and when would you pick each?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cookbook say about disposing controllers? What happens if you don't?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would change in the cookbook's example for a production insurance form.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answers Q1 and Q3; another answers Q2 and Q4.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found a mistake or an omission in the doc says so - official docs are not scripture.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straight into Lab 2.2.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 capture form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CaptureForm (make, year, cover, licence date) that hands a QuoteRequest up to CaptureScreen, which shows the premium in a SnackBar.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features/quote/presentation/capture_form.dart with CaptureForm (Stateful): GlobalKey&lt;FormState&gt;, two controllers, Cover, DateTime?; dispose the controllers.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make (required, TextCapitalization.words, next action), year (digits only, 4 chars, 1990-current), cover (DropdownButtonFormField), licence date (custom FormField + showDatePicker), Get quote (FilledButton.icon).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submit: validate → build QuoteRequest → widget.onSubmit(request).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CaptureScreen replace the placeholder with CaptureForm(onSubmit: …) and show the premium via ScaffoldMessenger SnackBar.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Reset OutlinedButton that calls _formKey.currentState!.reset() and clears controllers.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empty submit shows four errors; year 1985 shows the range error; valid input shows the premium.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confirmation AlertDialog on Reset when any field is filled; check context.mounted after the await.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 clean, commit "Day 2: capture form".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autovalidateMode: AutovalidateMode.onUserInteraction after the first submit attempt (use a bool in State).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cover dropdown with the GridView of cover cards from the slide; keep it inside the Form via FormField&lt;Cover&gt;.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intl: flutter pub add intl, DateFormat.yMMMd('en_ZA').format(date).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 ·  15:00 - 16:00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theming for white-label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ThemeData with ColorScheme.fromSeed and Material 3 component themes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colours and text styles from the theme instead of hard-coding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 a brand as a BrandTheme value and switch brands at runtime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assets and fonts and load images correctly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ThemeData and Material 3 colour roles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ColorScheme.fromSeed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 colour → full tonal palette: primary, onPrimary, primaryContainer, secondary, surface, error… light and dark.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useMaterial3: true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on current Flutter; components pick roles automatically.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themes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inputDecorationTheme, filledButtonTheme, appBarTheme, cardTheme… set once, applied everywhere.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textTheme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displayLarge … bodySmall … labelSmall. Use these names; never hard-code font sizes in widgets.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darkTheme + themeMode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dark mode for free with the same seed.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theme: ThemeData(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colorScheme: ColorScheme.fromSeed(seedColor: const Color(0xFF0B2545)),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useMaterial3: true,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inputDecorationTheme: const InputDecorationThemeData(border: OutlineInputBorder()),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filledButtonTheme: FilledButtonThemeData(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style: FilledButton.styleFrom(minimumSize: const Size.fromHeight(48)),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darkTheme: ThemeData(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colorScheme: ColorScheme.fromSeed(seedColor: const Color(0xFF0B2545), brightness: Brightness.dark),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useMaterial3: true,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themeMode: ThemeMode.system,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home: const CaptureScreen(),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theme values - never hard-code colours in widgets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cs = Theme.of(context).colorScheme;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tt = Theme.of(context).textTheme;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Container(color: cs.primaryContainer, child: Text('Premium', style: tt.titleLarge?.copyWith(color: cs.onPrimaryContainer)));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read + 5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Material 3 colour roles - then defend a colour choice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m3.material.io/styles/color/roles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"Color roles" overview and the "Primary", "Surface" and "Error" sections; then docs.flutter.dev/cookbook/design/themes (about 10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primary, onPrimary and primaryContainer? Give a UI element for each.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 should the capture form's background use, and which for the brand header? Why not primary for both?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"tonal" mean in fromSeed, and why does a red seed still give a usable dark theme?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Flutter cookbook does it say to read styles from Theme.of(context)? What is the one-line reason?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one person picks a role for the header, the other argues for a different one. 60 seconds each.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votes. Instructor shows both on the emulator by changing one line.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Winner's choice goes into Lab 2.3.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BrandTheme: one value object per brand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8558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Dart class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key, display name, seed colour, logo asset, optional font. const, immutable.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toThemeData(brightness)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full ThemeData from the seed plus shared component themes.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map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brands['alpha'], brands['beta']. Adding a brand = adding one entry + assets.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toggle in QuoteApp state.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String.fromEnvironment('BRAND') + flavours set the key at build time; same class, zero UI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78802" y="1325880"/>
            <a:ext cx="69615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core/theme/brand_theme.dart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815962" y="1435608"/>
            <a:ext cx="66871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BrandTheme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BrandTheme({required this.key, required this.name, required this.seed,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 this.logoAsset, this.fontFamily});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key, name, logoAsset;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Color seed;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String? fontFamily;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ThemeData toThemeData(Brightness brightness)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scheme = ColorScheme.fromSeed(seedColor: seed, brightness: brightness);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ThemeData(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colorScheme: scheme,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useMaterial3: true,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fontFamily: fontFamily,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appBarTheme: AppBarThemeData(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backgroundColor: scheme.primary, foregroundColor: scheme.onPrimary),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inputDecorationTheme: const InputDecorationThemeData(border: OutlineInputBorder()),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filledButtonTheme: FilledButtonThemeData(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style: FilledButton.styleFrom(minimumSize: const Size.fromHeight(48))),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brands = &lt;String, BrandTheme&gt;{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'alpha': BrandTheme(key: 'alpha', name: 'Alpha Insure',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seed: Color(0xFF0B2545), logoAsset: 'assets/brands/alpha.png'),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'beta': BrandTheme(key: 'beta', name: 'Beta Cover',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seed: Color(0xFF8B1E3F), logoAsset: 'assets/brands/beta.png'),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brands at runtime (today's version)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QuoteApp becomes Stateful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current brand key; setState swaps it; MaterialApp rebuilds with the new theme.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CaptureScreen receives the brand and a callback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own the choice.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recolours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widget reads Theme.of(context).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key moves into a Riverpod provider and the callback disappears - the worked example of "lift state".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lib/app.dart - runtime brand toggle for today's demo (Riverpod replaces this on Day 3)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QuoteApp extends StatefulWidget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QuoteApp({super.key});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State&lt;QuoteApp&gt; createState() =&gt; _QuoteAppState();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_QuoteAppState extends State&lt;QuoteApp&gt;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_brandKey = 'alpha';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brand = brands[_brandKey]!;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MaterialApp(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brand.name,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theme: brand.toThemeData(Brightness.light),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darkTheme: brand.toThemeData(Brightness.dark),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themeMode: ThemeMode.system,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home: CaptureScreen(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brand: brand,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onSwitchBrand: () =&gt; setState(() =&gt; _brandKey = _brandKey == 'alpha' ? 'beta' : 'alpha'),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fonts and images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743176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in pubspec.yaml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flutter: assets: and fonts:. Indentation is significant (two spaces). Folder entries include direct children only.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editing pubspec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get, then HOT RESTART. Assets are bundled at build time, not hot-reloaded.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Image.asset / Image.network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BoxFit.cover for photos; provide errorBuilder for network; cached_network_image for lists.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Per-brand assets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assets/brands/&lt;key&gt;.png; BrandTheme.logoAsset points at it.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.ttf files, register under a family, set fontFamily in ThemeData or per brand.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66136" y="1325880"/>
            <a:ext cx="6074176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703296" y="1435608"/>
            <a:ext cx="579985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pubspec.yaml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uses-material-design: true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assets/brands/          # whole folder (not recursive)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assets/images/hero.png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family: Inter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fonts: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asset: assets/fonts/Inter-Regular.ttf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asset: assets/fonts/Inter-Bold.ttf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weight: 700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editing: flutter pub get, then HOT RESTART (assets are not hot-reloaded)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brands, one app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BrandTheme with two brands, a runtime toggle, dark mode, and a logo asset per brand - nothing hard-coded in widgets.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lib/core/theme/brand_theme.dart from the slide (BrandTheme + brands map). Pick your own two seed colours.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QuoteApp Stateful with _brandKey; theme/darkTheme from brand.toThemeData; themeMode: ThemeMode.system.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brand and onSwitchBrand into CaptureScreen; add the swap IconButton in the AppBar; header shows brand.name.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your widgets for Colors. and fontSize: - replace every one with a theme role or textTheme style.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assets/brands/alpha.png and beta.png (any two PNGs), declare assets/brands/ in pubspec, flutter pub get, HOT RESTART, show the logo in the header via Image.asset(brand.logoAsset).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emulator to dark mode and confirm both brands are readable.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"Day 2: brand theme".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fontFamily per brand with a bundled .ttf (fonts.google.com → download → assets/fonts/).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brand without touching any widget file - prove the point.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chosen brand in memory across hot restarts using a static; tomorrow it becomes a provider, Thursday shared_preferences.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· 20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read "Why Riverpod?" and the state management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docs.flutter.dev/data-and-backend/state-mgmt/intro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"Ephemeral vs app state" + "Simple app state management"; then riverpod.dev/docs/introduction/why_riverpod (about 20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ephemeral state and app state in one sentence each; classify: form field text, the current brand, the last quote, the emulator dark mode.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InheritedWidget solve, and what does Provider add on top of it?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lists reasons it replaced Provider - pick the two that matter most for an insurance app and say why.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our brand toggle from today belong according to these docs?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tomorrow: two delegates present Q1 and Q3 at the whiteboard before Day 3 opens.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then refactor the brand toggle live using their answers.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reading is half the fix.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37160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recap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go down, sizes go up, parent sets position - and the four errors that violate it.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/ Column / Expanded / Stack / LayoutBuilder build any screen; SafeArea and text scaling keep it honest.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 for data, Dismissible with stable keys, GridView with max extent for responsive grids.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GlobalKey + validators; controllers disposed; custom FormField for dates; mounted check after awaits.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ThemeData from a seed; roles not colours; BrandTheme is the white-label seed that Day 3 and Day 5 build on.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 app now has a real capture form and two brands.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181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21031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 management - setState limits, lifting state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in depth: providers, Notifier, ref.watch/read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awareness - when it earns its place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Refactor: today's form + brand toggle wired end-to-end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quote flow with loading / loaded / failed states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A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reference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Layout troubleshooting   B · Lab 2.1 solution   C · Scroll helpers   D · Lab 2.2 solution   E · Images &amp; text   F · Lab 2.3 solution   G · Links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Layout and form troubleshooting: symptom → fix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771168"/>
                <a:gridCol w="3105668"/>
                <a:gridCol w="42148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Yellow/black stripes, "RenderFlex overflowed"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larger than Row/Column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child in Expanded/Flexible, or wrap the flex in SingleChildScrollView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"Vertical viewport was given unbounded height"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ListView inside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Expanded(child: ListView(…)); shrinkWrap: true only for tiny lists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"Incorrect use of ParentDataWidget"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 not directly in a Flex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Expanded inside Row/Column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"BoxConstraints forces an infinite width"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 / Container(width: ∞) in Row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Expanded(child: TextField())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invisible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parent, no child, no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width/height or a child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has zero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Positioned children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the Stack a sized child or StackFit.expand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"Unable to load asset"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pubspec indentation / path / no restart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YAML (2 spaces under flutter:), flutter pub get, hot RESTART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MaterialLocalizations found"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Dialog/picker called above MaterialApp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from a screen's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dismissed Dismissible widget is still part of the tree"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not removed in onDismissed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item from list in onDismissed; use ValueKey(id)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"Undefined name FilteringTextInputFormatter"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 'package:flutter/services.dart';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"initialValue isn't defined" on Dropdown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&lt; 3.33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value: (older) / initialValue: (3.33+); or flutter upgrade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ripple on InkWell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Material ancestor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in Material(color: Colors.transparent, child: …)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covers the button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not scrollable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SingleChildScrollView around the form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Lab 2.1 solution - CaptureScreen shell and header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capture_screen.dart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CaptureScreen extends StatelessWidget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CaptureScreen({super.key, required this.brand, required this.onSwitchBrand});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BrandTheme brand;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VoidCallback onSwitchBrand;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Scaffold(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appBar: AppBar(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title: Text(brand.name),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actions: [IconButton(icon: const Icon(Icons.swap_horiz), tooltip: 'Switch brand', onPressed: onSwitchBrand)],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body: SafeArea(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LayoutBuilder(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builder: (context, c)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final form = Padding(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padding: const EdgeInsets.all(16),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child: CaptureForm(onSubmit: (r) =&gt; _showPremium(context, r)),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Lab 2.1 solution - CaptureScreen shell and header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capture_screen.dart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final header = _BrandHeader(brand: brand);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(c.maxWidth &gt;= 700)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return Row(children: [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SizedBox(width: 280, child: header),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Expanded(child: SingleChildScrollView(child: form)),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]);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SingleChildScrollView(child: Column(children: [header, form]));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_showPremium(BuildContext context, QuoteRequest r)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p = calculatePremium(r);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ScaffoldMessenger.of(context).showSnackBar(SnackBar(content: Text('Premium ${p.rands}')));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_BrandHeader on the next slide. Branch lab-2-1-solution has the Stack version with the overlapping chip.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Lab 2.1 solution - _BrandHeader (simple version)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capture_screen.dart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_BrandHeader extends StatelessWidget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_BrandHeader({required this.brand});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BrandTheme brand;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cs = Theme.of(context).colorScheme;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Container(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width: double.infinity,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padding: const EdgeInsets.fromLTRB(16, 24, 16, 24),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color: cs.primaryContainer,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Column(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crossAxisAlignment: CrossAxisAlignment.start,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Row(children: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Icon(Icons.shield, color: cs.primary, size: 32),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SizedBox(width: 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Text(brand.name, style: Theme.of(context).textTheme.titleLarge?.copyWith(color: cs.onPrimaryContainer)),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]),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const SizedBox(height: 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Text('Get a motor quote in under a minute', style: TextStyle(color: cs.onPrimaryContainer)),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version: replace the Container with the Stack from the "Stack and Positioned" slide, keeping the theme colours.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SavedQuotesList - full widget with empty state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saved_quotes_list.dart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SavedQuotesList extends StatelessWidget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SavedQuotesList({super.key, required this.quotes, required this.onDelete});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List&lt;Quote&gt; quotes;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void Function(Quote) onDelete;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(quotes.isEmpty)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const Center(child: Text('No saved quotes yet'));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ListView.separated(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padding: const EdgeInsets.all(16),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itemCount: quotes.length,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separatorBuilder: (_, __) =&gt; const SizedBox(height: 8),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itemBuilder: (context, i)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final q = quotes[i];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Dismissible(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key: ValueKey(q.id),                       // stable key per item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direction: DismissDirection.endToStart,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background: Container(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SavedQuotesList - full widget with empty state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saved_quotes_list.dart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alignment: Alignment.centerRight,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padding: const EdgeInsets.only(right: 16),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color: Theme.of(context).colorScheme.error,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child: const Icon(Icons.delete, color: Colors.white),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onDismissed: (_) =&gt; onDelete(q),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child: Card(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child: ListTile(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leading: const Icon(Icons.description_outlined),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title: Text(q.display),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subtitle: Text('Quote ${q.id}'),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trailing: const Icon(Icons.chevron_right),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onTap: () {},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Scroll helpers - RefreshIndicator, ScrollController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Pull to refresh - onRefresh must return a Future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RefreshIndicator(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onRefresh: () async =&gt; await reload(),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ListView.builder(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physics: const AlwaysScrollableScrollPhysics(),   // allow pull even when short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itemCount: items.length,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itemBuilder: (_, i) =&gt; ListTile(title: Text(items[i])),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Programmatic scrolling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_scroll = ScrollController();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 void dispose() { _scroll.dispose(); super.dispose();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ListView(controller: _scroll, children: [...]);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_scroll.animateTo(0, duration: const Duration(milliseconds: 300), curve: Curves.easeOut);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SingleChildScrollView vs ListView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SingleChildScrollView: one child (usually a Column), builds everything - forms, settings pages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ListView.builder: lazy, virtualised - anything with many / unknown number of rows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Lab 2.2 solution - imports and Cover.label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capture_form.dart imports · cover.dart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'package:flutter/material.dart';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'package:flutter/services.dart';            // FilteringTextInputFormatter, LengthLimitingTextInputFormatter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'package:quote_app/core/theme/brand_theme.dart';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'package:quote_app/features/quote/domain/cover.dart';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'package:quote_app/features/quote/domain/quote.dart';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'package:quote_app/features/quote/domain/quote_request.dart';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'package:quote_app/features/quote/domain/premium_calculator.dart';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features/quote/domain/cover.dart - add a label for UI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Cover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thirdParty, thirdPartyFireTheft, comprehensive;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get factor =&gt; switch (this)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Cover.thirdParty =&gt; 0.6,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Cover.thirdPartyFireTheft =&gt; 0.8,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Cover.comprehensive =&gt; 1.0,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get label =&gt; switch (this)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Cover.thirdParty =&gt; 'Third party',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Cover.thirdPartyFireTheft =&gt; 'Third party, fire &amp; theft',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Cover.comprehensive =&gt; 'Comprehensive',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CaptureForm itself is the three form slides combined (form_basic + fields + date picker). Branch lab-2-2-solution.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Images, icons and text styles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Image.asset('assets/brands/alpha.png', height: 40)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Image.asset(brand.logoAsset, height: 40, semanticLabel: '${brand.name} logo')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Image.network(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'https://example.com/hero.jpg',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fit: BoxFit.cover,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loadingBuilder: (ctx, child, progress) =&gt; progress == null ? child : const CircularProgressIndicator(),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errorBuilder: (ctx, err, st) =&gt; const Icon(Icons.broken_image),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Production: cached_network_image package → CachedNetworkImage(imageUrl: …, placeholder: …)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Icons: Icons.* (Material), or CupertinoIcons.* (import 'package:flutter/cupertino.dart')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Icon(Icons.shield_outlined, color: Theme.of(context).colorScheme.primary, size: 32)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 styles from the theme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Text('Premium', style: Theme.of(context).textTheme.headlineSmall)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Text('R 1 450', style: Theme.of(context).textTheme.displaySmall?.copyWith(fontWeight: FontWeight.bold))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Lab 2.3 solution - brand_theme.dart (full file)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core/theme/brand_theme.dart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lib/core/theme/brand_theme.dart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'package:flutter/material.dart';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BrandTheme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BrandTheme({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this.key,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this.name,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this.seed,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this.logoAsset,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this.fontFamily,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key;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name;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Color seed;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logoAsset;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String? fontFamily;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Lab 2.3 solution - brand_theme.dart (full file)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core/theme/brand_theme.dart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ThemeData toThemeData(Brightness brightness)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scheme = ColorScheme.fromSeed(seedColor: seed, brightness: brightness);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ThemeData(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colorScheme: scheme,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useMaterial3: true,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fontFamily: fontFamily,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appBarTheme: AppBarThemeData(backgroundColor: scheme.primary, foregroundColor: scheme.onPrimary),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inputDecorationTheme: const InputDecorationThemeData(border: OutlineInputBorder()),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filledButtonTheme: FilledButtonThemeData(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style: FilledButton.styleFrom(minimumSize: const Size.fromHeight(48)),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brands = &lt;String, BrandTheme&gt;{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'alpha': BrandTheme(key: 'alpha', name: 'Alpha Insure', seed: Color(0xFF0B2545), logoAsset: 'assets/brands/alpha.png'),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'beta':  BrandTheme(key: 'beta',  name: 'Beta Cover',   seed: Color(0xFF8B1E3F), logoAsset: 'assets/brands/beta.png'),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Day 2: picked at runtime. Day 5: const brandKey = String.fromEnvironment('BRAND', defaultValue: 'alpha');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Lab 2.3 solution - QuoteApp with brand toggle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lib/app.dart - runtime brand toggle for today's demo (Riverpod replaces this on Day 3)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QuoteApp extends StatefulWidget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QuoteApp({super.key});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State&lt;QuoteApp&gt; createState() =&gt; _QuoteAppState();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_QuoteAppState extends State&lt;QuoteApp&gt;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_brandKey = 'alpha';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brand = brands[_brandKey]!;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MaterialApp(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brand.name,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theme: brand.toThemeData(Brightness.light),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darkTheme: brand.toThemeData(Brightness.dark),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themeMode: ThemeMode.system,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home: CaptureScreen(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brand: brand,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onSwitchBrand: () =&gt; setState(() =&gt; _brandKey = _brandKey == 'alpha' ? 'beta' : 'alpha'),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BrandTheme class is on the "BrandTheme" slide. Branch lab-2-3-solution includes assets/brands/*.png and the pubspec entries.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Links used today</a:t>
            </a:r>
            <a:endParaRPr lang="en-US" sz="3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77641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 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docs.flutter.dev/ui/layout/constraints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Layouts in Flutter · widget catalogue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docs.flutter.dev/ui/layout  ·  docs.flutter.dev/ui/widgets/layout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&amp; responsive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docs.flutter.dev/ui/adaptive-responsive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docs.flutter.dev/cookbook/lists/long-lists  ·  …/lists/grid-lists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 cookbook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docs.flutter.dev/cookbook/forms/validation  ·  …/forms/retrieve-input  ·  …/forms/text-field-changes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Dialogs &amp; snackbars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docs.flutter.dev/cookbook/design/snackbars  ·  api.flutter.dev (showDialog, showModalBottomSheet)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docs.flutter.dev/cookbook/design/themes  ·  m3.material.io/styles/color/roles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&amp; fonts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docs.flutter.dev/ui/assets/assets-and-images  ·  docs.flutter.dev/cookbook/design/fonts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DevTools Layout Explorer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docs.flutter.dev/tools/devtools/inspector#flutter-layout-explorer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docs.flutter.dev/data-and-backend/state-mgmt/intro  ·  riverpod.dev/docs/introduction/why_riverpod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github.com/Clynton19860/flutter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2 - Widgets &amp; Layout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Day 2 - Widgets &amp; Layout</dc:title>
  <dc:subject>MO Integrations Flutter Training</dc:subject>
  <dc:creator>MO Integrations</dc:creator>
  <cp:lastModifiedBy>MO Integrations</cp:lastModifiedBy>
  <cp:revision>1</cp:revision>
  <dcterms:created xsi:type="dcterms:W3CDTF">2026-09-07T15:47:46Z</dcterms:created>
  <dcterms:modified xsi:type="dcterms:W3CDTF">2026-09-07T15:47:46Z</dcterms:modified>
</cp:coreProperties>
</file>