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Yesterday the quote flow ran through a notifier and a fake service. Today it becomes a real app: routes with a guard, a real HTTP API, quotes saved to SQLite, and an onboarding flag that survives restarts. By 16:00 the mini-project runs end to end: onboarding → capture → API → result → saved.
OPENER: two delegates present the go_router homework (Q1+Q2, Q3+Q4). Then slide 3.
PRESENTER CHECKLIST: mock API running on your Mac (dart run tool/mock_server.dart) and tested with curl; emulator running; repo at lab-4-start (= lab-3-2-solution); all Day 4 packages already in pubspec on the start branch and pub cache warmed on the USB stick; usesCleartextTraffic set in the start branch's AndroidManifest so http to 10.0.2.2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Four blocks, three labs; the third lab assembles the whole flow. REST is the group's strength, so block 2 moves fast and spends its time on Flutter idioms (dio, code-gen), not on HTTP.
TIMING: protect block 4. If block 3 runs long, drop the "which store" slide to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After the two presenters. Correct gently. The go/push distinction is the one that matters: push from the capture screen to the result (user expects Back), go after onboarding completes (user must not go back to onboarding).
Nested routes: a GoRoute inside another's routes: builds the parent's path as prefix, and push to a nested route builds the parent screen underneath automatically - which is why back from result lands on capture even after a deep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Three minutes on Navigator 1.0 (they will meet it everywhere), then go_router, which the Flutter team maintains and which gives URLs, guards and deep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Show push/pop once so they recognise it. Do not spend long. The four "falls short" points are the answer to "why not just Navigator?".
Under the hood go_router IS Navigator 2.0 (Router API) with the boilerplate hidden - say that once for the architecture-minded.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Walk it top to bottom. initialLocation; debugLogDiagnostics prints every navigation in the console - leave it on all day. redirect: two rules, else null. routes: onboarding, quote, and result nested under quote so Back from a deep-linked result lands on capture.
WHY A PROVIDER: the router watches onboardedProvider; when the flag flips, Riverpod rebuilds the router value and MaterialApp.router picks it up. Simple and enough for the course. Alternative for bigger apps: refreshListenable with a ChangeNotifier bridging Riverpod → GoRouter, so the router object is not recreated.
onboardedProvider comes from shared_preferences this afternoon; for Lab 4.1 use a plain Notifier&lt;bool&gt; defaulting to false.
GO_ROUTER VERSION: pin the major you tested (^14 or later). The API on this slide is stable across 12+; StatefulShellRoute arrived in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Walk it top to bottom. initialLocation; debugLogDiagnostics prints every navigation in the console - leave it on all day. redirect: two rules, else null. routes: onboarding, quote, and result nested under quote so Back from a deep-linked result lands on capture.
WHY A PROVIDER: the router watches onboardedProvider; when the flag flips, Riverpod rebuilds the router value and MaterialApp.router picks it up. Simple and enough for the course. Alternative for bigger apps: refreshListenable with a ChangeNotifier bridging Riverpod → GoRouter, so the router object is not recreated.
onboardedProvider comes from shared_preferences this afternoon; for Lab 4.1 use a plain Notifier&lt;bool&gt; defaulting to false.
GO_ROUTER VERSION: pin the major you tested (^14 or later). The API on this slide is stable across 12+; StatefulShellRoute arrived in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The app.dart change is two lines: MaterialApp.router and routerConfig. Then the four verbs.
extra vs id: passing the Quote object via extra is tempting; it breaks on deep links and process death. Pass the id and look the quote up in state (ResultScreen does exactly that). Say this now; it is a code-review point on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Replace the top-level GoRoute('/quote') with this shell in Lab 4.1 stretch or 4.3. Three branches, each its own stack. The onboarding route stays outside the shell.
GOTCHA: routes inside branches must have absolute paths starting with '/'. GOTCHA 2: the shell's builder receives navigationShell; you must place it as the body, not wrap it in another Navigator.
NavigationBar vs BottomNavigationBar: NavigationBar is the M3 widget;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Replace the top-level GoRoute('/quote') with this shell in Lab 4.1 stretch or 4.3. Three branches, each its own stack. The onboarding route stays outside the shell.
GOTCHA: routes inside branches must have absolute paths starting with '/'. GOTCHA 2: the shell's builder receives navigationShell; you must place it as the body, not wrap it in another Navigator.
NavigationBar vs BottomNavigationBar: NavigationBar is the M3 widget;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Add the intent filter inside the existing &lt;activity&gt;. flutter_deeplinking_enabled meta-data tells Flutter to hand the URL to the Router. Hot restart is not enough after a manifest change: stop and flutter run.
TEST: adb shell am start … with the custom scheme and a TRIPLE slash (quoteapp:///quote/...) - Flutter takes the route from the URI path, so with two slashes 'quote' becomes the host and the route is /result/q-123. Run it from the terminal on either OS (adb on PATH; Windows path in Day 1 Appendix A). The app opens directly on /quote/result/q-123 and Back goes to /quote because of the nested route.
NOTE the result screen shows "Quote not found" for an unknown id until Lab 4.3 loads it from SQLite - that is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WHY: redirect loops are the go_router bug everyone hits once. Making them construct one on purpose inoculates the room.
EXPECTED: Q1 default limit 5; GoException "redirect loop detected"; our rules loop if both conditions can be true, e.g. returning '/onboarding' when already there. Q2 top-level runs first on every navigation; per-route for auth on a specific subtree. Q3 renders for unknown paths; show a friendly "Page not found" with a Go home button. Q4 keep navigation in widgets via ref.listen (yesterday's pattern); a global router instance or GoRouter.of(context) in callbacks; avoid navigating from notifiers.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LAB: 40 min. Watch for: redirect loop (returning a location when already there), "No GoRouter found in context" (context above MaterialApp.router), Back returning to onboarding (used push instead of relying on redirect), deep link not opening (manifest edit needs a full stop/run; meta-data missing).
adb NOT FOUND (Windows): use the full path %LOCALAPPDATA%\Android\Sdk\platform-tools\adb.exe or add it to PATH.
SOLUTION: Appendix B, branch lab-4-1-solution.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The group is strong on REST. Spend the time on the Flutter-specific parts: dio configuration, the error mapping, the code generator and its stale-output error, and the dart-define for the base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Start the mock on your Mac before this slide and curl it on the projector. Then have every delegate start their own (dart run tool/mock_server.dart in a second terminal) so nobody depends on the venue network.
WINDOWS FIREWALL: the first run prompts "allow dart to accept connections" - click Allow on private networks, or the emulator cannot connect. If no prompt appeared and it still fails: Windows Security → Firewall → Allow an app → dart.exe.
10.0.2.2: the emulator's alias for the host. Physical phones use the laptop's LAN IP (ipconfig / ifconfig) and the phone must be on the same Wi-Fi; corporate networks often block client-to-client traffic - use the emulator.
PORT IN USE: change 8080 in the server and in --dart-define.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One client, configured once. kDebugMode from package:flutter/foundation.dart gates the logger so release builds do not print bodies (insurance data!).
Windows-vs-Mac: identical. --dart-define quoting: in PowerShell, --dart-define=API_URL=http://10.0.2.2:8080 needs no quotes; if the URL has &amp; or spaces, wrap in double quotes.
Multiple defines: repeat the flag; or --dart-define-from-file=env.json (Flutter 3.7+), which is what we use on Day 5 for flavours.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Walk the switch on e.type: timeouts, connection error, bad response (with a nested switch on status), fallback. This is the layer that turns "SocketException: Connection refused" into "Cannot reach the quote service."
QuoteException.toString() returns the message so yesterday's notifier catch (e.toString()) shows clean text without the "Exception:" prefix.
Then the one-line swap in quote_providers.dart. Hot restart, submit, watch the LogInterceptor output in the console.
DEMO FAILURE MODES: stop the mock → connectionError message. Year 1998 → 422 message from the server. Both without touching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Walk the switch on e.type: timeouts, connection error, bad response (with a nested switch on status), fallback. This is the layer that turns "SocketException: Connection refused" into "Cannot reach the quote service."
QuoteException.toString() returns the message so yesterday's notifier catch (e.toString()) shows clean text without the "Exception:" prefix.
Then the one-line swap in quote_providers.dart. Hot restart, submit, watch the LogInterceptor output in the console.
DEMO FAILURE MODES: stop the mock → connectionError message. Year 1998 → 422 message from the server. Both without touching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Two minutes; they know JSON. The Dart-specific traps: num vs int/double, enums by name, and that dio has already decoded.
Cover.values.byName throws on unknown names - for a public API wrap it and default, or use @JsonEnum/@JsonValue with the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Demo live: annotate Quote, run dart run build_runner build --delete-conflicting-outputs, open quote.g.dart, show that it is the hand-written code from the previous slide.
THE ERROR EVERYONE HITS: run without --delete-conflicting-outputs → "Found 1 declared output which already exists on disk" and a prompt. Always pass the flag. Second error: "part 'quote.g.dart' … Target of URI hasn't been generated" → run the generator. Third: name mismatch between file and part directive.
WINDOWS: identical command. If build_runner is very slow, antivirus exclusions on .dart_tool help.
freezed: mention that freezed builds on json_serializable and also generates copyWith/==/unions; the team can adopt it after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LAB: 45 min. First 10 minutes are infrastructure (mock running, cleartext, emulator reaching 10.0.2.2) - get every machine past that before anyone writes Dart.
COMMON ERRORS: "Connection refused" → mock not running, or app using localhost instead of 10.0.2.2. "Cleartext HTTP traffic not permitted" → manifest flag missing or app not fully restarted. build_runner "conflicting outputs" → add the flag. "_$QuoteFromJson isn't defined" → part directive/file name mismatch or generator not run. Firewall prompt dismissed on Windows → allow dart.exe.
SOLUTION: Appendix D, branch lab-4-2-solution.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Storage scored 3.0 with a wide spread. Two stores get built (prefs, SQLite); the rest are a decision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The pattern to remember: async init in main, override a provider with the ready instance, everything else reads synchronously. The throw UnimplementedError() in the base provider makes forgetting the override a loud, immediate failure.
Newer API: shared_preferences also ships SharedPreferencesAsync / SharedPreferencesWithCache (2.3+). The classic getInstance API on the slide still works and is the most documented; mention the new one exists.
RESET FOR TESTING: to see onboarding again, clear app data on the emulator (Settings → Apps → quote_app → Clear storage) or adb shell pm clear &lt;applicationId&gt;.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Real SQLite, real SQL - they know SQL. The Flutter parts: getDatabasesPath(), version/onCreate/onUpgrade, and that the Database is opened once in main and provided, like prefs.
DESKTOP/WEB: sqflite is mobile-only. flutter run -d chrome will throw MissingPluginException - anyone on the Chrome fallback uses an in-memory repository today (Appendix E). Windows desktop target needs sqflite_common_ffi; not our target.
drift: type-safe SQL with generated DAOs and reactive queries; recommend it once the schema passes ~5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Repository interface, SQLite implementation (next slide), provider, AsyncNotifier. Yesterday's AsyncNotifier slide becomes real.
invalidateSelf vs manual state assignment: invalidate is simpler and always consistent with the DB; assigning state = AsyncData([...]) avoids a re-query but risks drift. Teach invalidate.
Tests: override quoteRepositoryProvider with an in-memory implementation - no SQLite in unit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Nothing surprising for a SQL room. Point out: parameterised queries, upsert via conflictAlgorithm, rawQuery exists for anything the helpers cannot express, and transactions via db.transaction((txn) async {...}).
Row types come back as Map&lt;String, Object?&gt;; the num cast on premium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Nothing surprising for a SQL room. Point out: parameterised queries, upsert via conflictAlgorithm, rawQuery exists for anything the helpers cannot express, and transactions via db.transaction((txn) async {...}).
Row types come back as Map&lt;String, Object?&gt;; the num cast on premium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Decision table. The insurance-specific line: auth tokens and policy documents. Tokens → secure storage; documents → files in the app's documents directory, encrypted if regulation requires.
Offline-first: cache API responses in SQLite with a timestamp; serve cache, refresh in background; show "last updated". That is a Day 5 clinic topic if the client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WHY: the cookbook is the top Google result and shows a simpler-but-worse pattern (opening per call). Reading it against our version teaches judgement.
EXPECTED: Q1 per-call open is simple but slower and hides lifecycle; once-in-main is faster and explicit but needs DI (which we have). Q2 multi-row consistency (save quote + lines); a throw rolls back. Q3 final b = db.batch(); for (...) b.insert(...); await b.commit(noResult: true). Q4 String ids need no AUTOINCREMENT, conflicts use the primary key, order by created_at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Sixty minutes, one lab, the whole app. Friday's testing and release work on this exact code, so everyone must finish the core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Draw the five boxes; each is a lab from this week. The ResultScreen change: look up the quote by id from savedQuotesProvider if the notifier does not hold it - so deep links into saved quotes work.
main.dart is on the next slide; it is the reference bootstrap for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Two things: the bootstrap with both overrides, and the listen that navigates. Navigation is a side effect, so it lives in ref.listen, not in the returned tree.
After a QuoteLoaded push, the capture screen can call reset() in the result's Back handler or leave the state - either works; keep it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LAB: 60 min. Core = steps 1-5. Circulate on step 1 first: the bootstrap is where "MissingPluginException" and "UnimplementedError" appear.
COMMON ERRORS: "MissingPluginException(getDatabasesPath)" → plugin added but app hot-reloaded; stop and run. "UnimplementedError" → provider override missing in main. "Bad state: No element" → firstWhere without orElse; use where(...).firstOrNull (collection package) or a try. Saved list does not refresh → forgot invalidateSelf. Onboarding shows every time → setBool not awaited or wrong key.
CHROME FALLBACK USERS: use InMemoryQuoteRepository (Appendix E) instead of SQLite; everything else is identical.
SOLUTION: Appendix E, branch lab-4-3-solution.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WHY: Day 5 morning is testing; the reading means the first test is written by the room, not by you.
EXPECTED: Q1 unit = notifier/calculator; widget = form and cards; integration = the whole flow on a device. Q2 pumpWidget mounts; pump advances one frame/duration; pumpAndSettle repeats until no frames scheduled - hangs with infinite animations (CircularProgressIndicator!). Q3 find.text, find.byType, find.byKey; tester.tap(finder) then pump. Q4 ProviderScope(overrides: [quoteServiceProvider.overrideWithValue(Fake())], child: 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recap, homework, Q&amp;A. Ask what broke most today (it will be the emulator → host networking or build_runner) and pre-empt it in tomorrow's opener.
PRESENTER TONIGHT: build the Day 5 reference from lab-4-3-solution: tests passing, two flavours, a signed AAB, a green GitHub Actions run, and the iOS build on your Mac. Charge the phone you will use for the iOS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PRESENTER. Today has the most infrastructure risk of the week - networking between an emulator and a laptop, on machines you do not control.
DO THIS AT 09:00: get every machine to the point where the mock API answers, BEFORE any Dart is written. Walk the room with one command: curl / Invoke-RestMethod against localhost, then the app against 10.0.2.2. Twenty minutes spent here saves the afternoon.
THE ESCAPE HATCH: the FakeQuoteService from Day 3 is still in the repo. Reverting one provider line turns a network problem into a non-event. Say this to the room early so nobody panics.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delegate runs their own copy. No packages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delegate runs their own copy. No packages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Solution. Router and app.dart are on the module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Solution. Router and app.dart are on the module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Solution. Router and app.dart are on the module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Optional. If the venue network is unreliable, stay on the local mock.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on screen for "Undefined name"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anyone running in Chrome (no sqflite) and for Friday's unit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display during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repo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43032" y="4480560"/>
            <a:ext cx="3108960" cy="31089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 ·  TECHNICAL TRAINING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Application Development · 5-Day Programme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APIs &amp; Navigation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 · REST &amp; JSON with dio · Local storage · Mini-project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760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to the group's REST strength (4.0); close the storage (3.0) and navigation (3.2) gaps  ·  Instructor: Clynton Botterill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09:00 - 10:30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routing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debrief: go vs push, params, redirect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1.0 in 3 minutes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go_router: routes, params, redirect, shell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4.1 - routes + onboarding guard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0138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4458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445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50258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10:45 - 12:30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50258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&amp; JSON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64458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client, timeouts, interceptors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mapped to messages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JSON → json_serializable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4.2 - real quote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05956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595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91756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13:15 - 14:30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191756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05956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shared_preferences for flags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with sqflite: schema, CRUD, migrations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+ AsyncNotifier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store for what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3134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47454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4745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33254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14:45 - 16:00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033254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47454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4.3 - onboarding → capture → API → result → saved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 into a result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homework: testing docs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debrief: go vs push, parameters, redirect, shell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Q1 - go vs push.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replaces the stack to a location (tabs, after login, deep links). push adds a page on top (list → detail). Back button pops a push; after go, back leaves the app or goes to the parent route.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Q2 - parameters.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'/quote/result/:id' → state.pathParameters['id']. Query: state.uri.queryParameters. Objects: extra.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Q3 - redirect.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(context, state) → String? evaluated on every navigation. Return a location to redirect, null to allow. Onboarding guard lives here.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Q4 - shell.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StatefulShellRoute keeps a persistent Scaffold (bottom nav) with one navigation stack per tab. Quote / Saved / Settings.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53949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544068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go for "the app is now at X"; push for "look at this, then come back".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 ·  09:20 - 10:30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routing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Navigator 1.0 code and know why the course uses go_router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routes, nested routes and path parameters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routes with redirect driven by app state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persistent bottom navigation shell and a deep link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1.0 in three minutes - and why we move 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9650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stack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Navigator.push / pop with a MaterialPageRoute. Return values via pop(value).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routes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MaterialApp(routes: {…}) + pushNamed with untyped arguments.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dialog-like detail page, a one-off wizard, small apps.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short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URLs, no deep links, no guards, no typed params, nested tab stacks are painful, web/back button semantics are wrong.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routes, URL-based, redirect guards, shell routes, maintained by the Flutter team. The course standard.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87969" y="1325880"/>
            <a:ext cx="58523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25129" y="1435608"/>
            <a:ext cx="55780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Navigator 1.0 - imperative, still everywhere on Stack Overflow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Navigator.of(context).push(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MaterialPageRoute(builder: (_) =&gt; ResultScreen(quote: quote)),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Navigator.of(context).pop();                     // back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picked = await Navigator.of(context).push&lt;Cover&gt;(   // return a value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MaterialPageRoute(builder: (_) =&gt; const CoverPickerScreen()),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Named routes (also 1.0)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MaterialApp(routes: {'/result': (_) =&gt; const ResultScreen()});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Navigator.pushNamed(context, '/result', arguments: quote);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Why we move on: no URLs, no deep links, no guards, arguments are untyped,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nested navigation (tabs) is painful. go_router is the Flutter-team-maintained answer.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go_router: routes, nested routes, redirect - as a provider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core/routing/router.dart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(both OS)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go_router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lib/core/routing/router.dart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'package:flutter_riverpod/flutter_riverpod.dart';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'package:go_router/go_router.dart';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routerProvider = Provider&lt;GoRouter&gt;((ref)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onboarded = ref.watch(onboardedProvider);          // from shared_preferences (later today)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GoRouter(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initialLocation: '/quote',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debugLogDiagnostics: true,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redirect: (context, state)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goingToOnboarding = state.matchedLocation == '/onboarding';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(!onboarded &amp;&amp; !goingToOnboarding) return '/onboarding';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(onboarded &amp;&amp; goingToOnboarding) return '/quote';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null;                                           // no redirect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go_router: routes, nested routes, redirect - as a provider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core/routing/router.dart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GoRoute(path: '/onboarding', builder: (context, state) =&gt; const OnboardingScreen()),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GoRoute(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path: '/quote',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builder: (context, state) =&gt; const CaptureScreen(),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routes: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GoRoute(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path: 'result/:id',                              // → /quote/result/q-123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builder: (context, state) =&gt; ResultScreen(id: state.pathParameters['id']!),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is a Provider so it can watch app state (onboarded) and re-evaluate redirect when it changes. Nested route path is relative: 'result/:id' under '/quote' → /quote/result/q-123.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MaterialApp.router, navigating, and reading parameters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MaterialApp.router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routerConfig replaces home:. Theme and brand unchanged.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context.go(path)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replace; context.push(path) stack; context.pop() back; goNamed/pushNamed with name: on the route.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pathParameters, uri.queryParameters, extra (typed object; not survivable in a deep link).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ids in the path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passing objects via extra - deep links and restarts then work.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BuildContext extension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go_router to get context.go; no Navigator needed.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app.dart · 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lib/app.dart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QuoteApp extends ConsumerWidget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QuoteApp({super.key});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context, WidgetRef ref)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brand = ref.watch(brandProvider);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router = ref.watch(routerProvider);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MaterialApp.router(                 // .router instead of home: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brand.name,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theme: brand.toThemeData(Brightness.light),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darkTheme: brand.toThemeData(Brightness.dark),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routerConfig: router,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Navigate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context.go('/quote');                          // replace the stack (tabs, after login)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context.push('/quote/result/${quote.id}');     // push on top (detail from list)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context.pop();                                 // back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context.goNamed('result', pathParameters: {'id': quote.id});   // with name: on the GoRoute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parameters in a builder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state.pathParameters['id']          // /quote/result/:id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state.uri.queryParameters['brand']  // /quote?brand=beta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state.extra                         // any object passed via context.go(path, extra: obj)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StatefulShellRoute: persistent bottom navigation with one stack per tab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core/routing/router.dart · app_shell.dart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Persistent bottom navigation with independent stacks per tab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StatefulShellRoute.indexedStack(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(context, state, navigationShell) =&gt; AppShell(shell: navigationShell),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branches: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StatefulShellBranch(routes: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GoRoute(path: '/quote', builder: (_, __) =&gt; const CaptureScreen(), routes: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GoRoute(path: 'result/:id', builder: (_, s) =&gt; ResultScreen(id: s.pathParameters['id']!)),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StatefulShellBranch(routes: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GoRoute(path: '/saved', builder: (_, __) =&gt; const SavedQuotesScreen()),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StatefulShellBranch(routes: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GoRoute(path: '/settings', builder: (_, __) =&gt; const SettingsScreen()),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StatefulShellRoute: persistent bottom navigation with one stack per tab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core/routing/router.dart · app_shell.dart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AppShell extends StatelessWidget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AppShell({super.key, required this.shell});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StatefulNavigationShell shell;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=&gt; Scaffold(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body: shell,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bottomNavigationBar: NavigationBar(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selectedIndex: shell.currentIndex,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onDestinationSelected: (i) =&gt; shell.goBranch(i, initialLocation: i == shell.currentIndex),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destinations: const [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NavigationDestination(icon: Icon(Icons.calculate_outlined), label: 'Quote'),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NavigationDestination(icon: Icon(Icons.bookmark_outline), label: 'Saved'),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NavigationDestination(icon: Icon(Icons.settings_outlined), label: 'Settings'),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indexedStack keeps each tab's navigation state. goBranch(i, initialLocation: …) pops a tab to its root when re-tapped. NavigationBar is the Material 3 bottom bar.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links: Android intent filter and testing with adb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AndroidManifest.xml · shell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android/app/src/main/AndroidManifest.xml, inside &lt;activity android:name=".MainActivity" …&gt; --&gt;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&lt;meta-data android:name="flutter_deeplinking_enabled" android:value="true" /&gt;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custom scheme: no host, path is the route --&gt;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&lt;intent-filter&gt;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&lt;action android:name="android.intent.action.VIEW" /&gt;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&lt;category android:name="android.intent.category.DEFAULT" /&gt;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&lt;category android:name="android.intent.category.BROWSABLE" /&gt;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&lt;data android:scheme="quoteapp" /&gt;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&lt;/intent-filter&gt;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https App Links: separate filter, needs assetlinks.json on the host --&gt;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&lt;intent-filter android:autoVerify="true"&gt;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&lt;action android:name="android.intent.action.VIEW" /&gt;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&lt;category android:name="android.intent.category.DEFAULT" /&gt;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&lt;category android:name="android.intent.category.BROWSABLE" /&gt;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&lt;data android:scheme="https" android:host="quotes.example.com" /&gt;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&lt;/intent-filter&gt;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on the emulator (both OS; adb must be on PATH). Note the triple slash: the route is the URI *path*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adb shell am start -a android.intent.action.VIEW -d "quoteapp:///quote/result/q-123"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adb shell am start -a android.intent.action.VIEW -d "https://quotes.example.com/quote/result/q-123"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iOS: ios/Runner/Info.plist → CFBundleURLTypes (custom scheme) or Associated Domains (universal links)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scheme (quoteapp://) works without a server. https links need assetlinks.json on the domain (App Links); show, don't build. iOS: Info.plist URL types or Associated Domains - Friday from the Mac.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read + 5 min debrief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go_router "Redirection" and "Error handling" - then break the guard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pub.dev/packages/go_router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README's documentation link: "Redirection", "Error handling", "Navigation" (about 8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redirect limit and what error do you get when a redirect loops? How would our onboarding rules loop if written carelessly?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redirect vs per-route redirect: which runs first and when would you use each?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errorBuilder do and what should our 404 screen show?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navigate from a place with no BuildContext (a notifier)? What does the doc recommend instead?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writes a looping redirect on the whiteboard; the room finds the fix.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adds errorBuilder live.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Lab 4.1.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and the onboarding guard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has /onboarding, /quote and /quote/result/:id; a redirect forces onboarding once; submitting a quote navigates to the result; a deep link opens a result.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pub add go_router. Create core/routing/router.dart with routerProvider (initialLocation /quote, redirect, three routes).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today: onboardedProvider = NotifierProvider&lt;OnboardedNotifier, bool&gt; with build() =&gt; false and complete() =&gt; state = true (prefs come this afternoon).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app.dart → MaterialApp.router(routerConfig: ref.watch(routerProvider)).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OnboardingScreen (Appendix): brand icon, welcome text, "Get started" → complete(). Confirm redirect sends you to /quote and Back does not return to onboarding.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ResultScreen(id) reads quoteProvider and shows PremiumCard when the loaded quote's id matches, else "Quote not found".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CaptureScreen: ref.listen on quoteProvider → on QuoteLoaded push('/quote/result/${quote.id}'); QuoteFailed → SnackBar (replaces yesterday's inline switch for the loaded case).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intent filter to AndroidManifest.xml; stop and rerun; adb shell am start … quoteapp:///quote/result/q-1 (triple slash) → result screen opens with "not found", Back → /quote.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 clean; commit "Day 4: routing".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StatefulShellRoute with Quote / Saved / Settings tabs; Settings shows the brand toggle.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errorBuilder with a 404 screen and a "Go home" button.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query parameter ?brand=beta on /onboarding that pre-selects the brand.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 ·  10:45 - 12:30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&amp; JSON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dio client with base URL, timeouts, headers and logging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DioException to user-facing messages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models by hand, then with json_serializable + build_runner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fake service with a real one by changing one provider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 API for today: zero-dependency mock, or hosted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07767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tool/mock_server.dart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40-line dart:io server: POST /quote → premium JSON; 422 for year &lt; 2000; 800 ms delay. Runs on every machine, offline.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→ host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Android emulator reaches your laptop at 10.0.2.2, not localhost.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http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blocks plain http by default: usesCleartextTraffic="true" in the manifest for the classroom.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alternative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 as a Supabase Edge Function (Appendix C) if you want a real URL.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via --dart-define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environment URLs.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00635" y="1325880"/>
            <a:ext cx="6739677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(macOS / Windows)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37795" y="1435608"/>
            <a:ext cx="6465357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the mock API (each delegate on their own machine, or you on the projector)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tool/mock_server.dart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Reach it from…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Android emulator → http://10.0.2.2:8080     (10.0.2.2 = the host machine)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iOS simulator    → http://localhost:8080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Physical phone   → http://&lt;laptop LAN IP&gt;:8080  (same Wi-Fi; allow the port in the firewall)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Chrome           → http://localhost:8080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 the URL at run time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run --dart-define=API_URL=http://10.0.2.2:8080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Android blocks plain http by default on API 28+. For the local mock, allow it: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android/app/src/main/AndroidManifest.xml → &lt;application android:usesCleartextTraffic="true" …&gt;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(remove before release, or use a network_security_config restricted to 10.0.2.2)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with curl (mac) / Invoke-RestMethod (win)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-X POST localhost:8080/quote -H 'content-type: application/json' \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'{"make":"VW","year":2020,"driverAge":30,"cover":"comprehensive"}'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Invoke-RestMethod -Method Post -Uri http://localhost:8080/quote -ContentType 'application/json' `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-Body '{"make":"VW","year":2020,"driverAge":30,"cover":"comprehensive"}'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dio: one configured client, provided once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BaseOptions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baseUrl, connect/receive timeouts, default headers.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LogInterceptor in debug; later: auth token injection, retry, caching.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String.fromEnvironment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config from --dart-define; default points at the emulator mock.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Provider&lt;Dio&gt;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gets the same client; tests override it.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vs http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minimal; dio adds interceptors, timeouts, cancellation, form-data, typed errors. Use dio.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core/network/dio_client.dart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dio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lib/core/network/dio_client.dart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'package:dio/dio.dart';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'package:flutter/foundation.dart';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'package:flutter_riverpod/flutter_riverpod.dart';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apiBaseUrl = String.fromEnvironment('API_URL',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defaultValue: 'http://10.0.2.2:8080');       // Android emulator → host machine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dioProvider = Provider&lt;Dio&gt;((ref)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dio = Dio(BaseOptions(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baseUrl: apiBaseUrl,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connectTimeout: const Duration(seconds: 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receiveTimeout: const Duration(seconds: 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{'Accept': 'application/json'},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(kDebugMode)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dio.interceptors.add(LogInterceptor(requestBody: true, responseBody: true));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dio;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flutter run --dart-define=API_URL=https://xyz.supabase.co/functions/v1/quote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DioQuoteService: the real implementation, and errors mapped to messages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features/quote/data/dio_quote_service.dart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lib/features/quote/data/dio_quote_service.dart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DioQuoteService implements QuoteService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DioQuoteService(this._dio);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Dio _dio;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Future&lt;Quote&gt; getQuote(QuoteRequest request) async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res = await _dio.post&lt;Map&lt;String, dynamic&gt;&gt;('/quote', data: request.toJson());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Quote.fromJson(res.data!);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on DioException catch (e)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QuoteException(_message(e));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DioQuoteService: the real implementation, and errors mapped to messages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features/quote/data/dio_quote_service.dart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_message(DioException e) =&gt; switch (e.type)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DioExceptionType.connectionTimeout ||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DioExceptionType.receiveTimeout ||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DioExceptionType.sendTimeout =&gt; 'The server took too long. Check your connection.',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DioExceptionType.connectionError =&gt; 'Cannot reach the quote service.',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DioExceptionType.badResponse =&gt; switch (e.response?.statusCode)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422 =&gt; (e.response?.data as Map?)?['message'] as String? ?? 'Invalid request',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 =&gt; 'Server error (${e.response?.statusCode})',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 =&gt; 'Unexpected error: ${e.message}',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QuoteException implements Exception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QuoteException(this.message);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message;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toString() =&gt; message;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Swap the implementation - ONE line in quote_providers.dart: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quoteServiceProvider = Provider&lt;QuoteService&gt;((ref) =&gt; DioQuoteService(ref.watch(dioProvider)));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 as the fake. DioException.type drives the message; a 422 body from our API carries a "message" field. The swap is one provider line.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by hand first - then let the generator do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toJson / fromJson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Map&lt;String, dynamic&gt; in and out. Enums via .name and values.byName.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1200 decodes as int, 1200.5 as double - cast through num.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(json['items'] as List).map(...).toList().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decodes for you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res.data is already a Map/List when the content-type is JSON.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hand-write once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generated _$QuoteFromJson is not magic when it breaks.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quote_request.dart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Hand-written JSON - do this once so the generated code is not magic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QuoteRequest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…fields, constructor, copyWith from Day 1…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Map&lt;String, dynamic&gt; toJson() =&gt;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'make': make,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'model': model,                 // null is fine; jsonEncode writes null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'year': year,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'driverAge': driverAge,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'cover': cover.name,            // enum → string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factory QuoteRequest.fromJson(Map&lt;String, dynamic&gt; j) =&gt; QuoteRequest(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make: j['make'] as String,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model: j['model'] as String?,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year: j['year'] as int,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driverAge: j['driverAge'] as int,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cover: Cover.values.byName(j['cover'] as String),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quotes = (json['items'] as List).map((e) =&gt; Quote.fromJson(e as Map&lt;String, dynamic&gt;)).toList();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dio already decodes JSON: res.data is Map/List. For raw strings: jsonDecode(body) from dart:convert.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json_serializable: annotate, generate, commit the .g.dart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· quote.dart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(both OS)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json_annotation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--dev build_runner json_serializable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lib/features/quote/domain/quote.dart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'package:json_annotation/json_annotation.dart';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'quote.g.dart';                              // generated file lives next to this one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@JsonSerializable()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Quote({required this.id, required this.premium, this.currency = 'ZAR', this.breakdown});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id;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double premium;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currency;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@JsonKey(name: 'breakdown_lines')               // API field name differs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List&lt;String&gt;? breakdown;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factory Quote.fromJson(Map&lt;String, dynamic&gt; json) =&gt; _$QuoteFromJson(json);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Map&lt;String, dynamic&gt; toJson() =&gt; _$QuoteToJson(this);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generate (run after every model change)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build_runner build --delete-conflicting-outputs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keep it running: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build_runner watch --delete-conflicting-outputs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'quote.g.dart' must match the file name. Run build_runner after every model change; --delete-conflicting-outputs avoids the "conflicting outputs" stop. Commit the generated files.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quote API with dio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the form calls the mock API through DioQuoteService; errors show friendly messages; models use json_serializable.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tool/mock_server.dart from the appendix; dart run tool/mock_server.dart in a second terminal; curl / Invoke-RestMethod it once.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AndroidManifest.xml: android:usesCleartextTraffic="true" on &lt;application&gt;. Stop and rerun the app.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pub add dio; create core/network/dio_client.dart (dioProvider with API_URL define, defaults to http://10.0.2.2:8080).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features/quote/data/dio_quote_service.dart from the slide; QuoteException.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quote_providers.dart: quoteServiceProvider → DioQuoteService(ref.watch(dioProvider)). Hot restart. Submit → premium from the server (check the LogInterceptor output).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pub add json_annotation; flutter pub add --dev build_runner json_serializable. Annotate Quote and QuoteRequest; dart run build_runner build --delete-conflicting-outputs; delete the hand-written toJson/fromJson.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failure modes: year 1998 (422 message), stop the mock (connection message), --dart-define=API_URL=http://10.0.2.2:9 (timeout / connection).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 clean; commit "Day 4: dio + json_serializable".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retry interceptor (dio_smart_retry package or hand-rolled) for connection errors, max 2 attempts.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@JsonKey(name: 'breakdown_lines') and render the breakdown list on PremiumCard.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API_URL at the hosted Supabase function (Appendix C) and compare latency.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  ·  13:15 - 14:30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flags and settings with shared_preferences, loaded before the first frame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query and migrate a SQLite database with sqflite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storage behind a repository and expose it through an AsyncNotifier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store for each kind of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shared_preferences: load once, provide, read synchronously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07767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key-value store (NSUserDefaults / SharedPreferences) for small settings and flags. Not for secrets.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before runApp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WidgetsFlutterBinding.ensureInitialized(), then getInstance(); override a provider with the instance.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are then synchronous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build() can call getBool without FutureBuilder.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are async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setBool, then update the notifier state.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 flag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this morning's in-memory bool; redirect now survives restarts.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00635" y="1325880"/>
            <a:ext cx="6739677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main.dart · core/storage/prefs_providers.dart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37795" y="1435608"/>
            <a:ext cx="6465357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shared_preferences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lib/main.dart - load prefs once, before the first frame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main()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WidgetsFlutterBinding.ensureInitialized();          // required before any plugin call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prefs = await SharedPreferences.getInstance();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runApp(ProviderScope(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overrides: [sharedPrefsProvider.overrideWithValue(prefs)],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child: const QuoteApp(),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lib/core/storage/prefs_providers.dart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sharedPrefsProvider = Provider&lt;SharedPreferences&gt;((ref) =&gt; throw UnimplementedError());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OnboardedNotifier extends Notifier&lt;bool&gt;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build() =&gt; ref.watch(sharedPrefsProvider).getBool('onboarded') ?? false;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complete()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ref.read(sharedPrefsProvider).setBool('onboarded', true);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true;                                     // router redirect reacts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onboardedProvider = NotifierProvider&lt;OnboardedNotifier, bool&gt;(OnboardedNotifier.new);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pattern persists the brand key: getString('brand') ?? 'alpha'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sqflite: open, create, migrate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core/storage/database.dart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sqflite path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lib/core/storage/database.dart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'package:path/path.dart' as p;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'package:sqflite/sqflite.dart';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Future&lt;Database&gt; openQuoteDb()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dir = await getDatabasesPath();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openDatabase(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p.join(dir, 'quotes.db'),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version: 1,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onCreate: (db, version) =&gt; db.execute('''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CREATE TABLE quotes 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 TEXT PRIMARY KEY,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premium REAL NOT NULL,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currency TEXT NOT NULL,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created_at INTEGER NOT NULL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'''),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onUpgrade: (db, oldV, newV)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(oldV &lt; 2) await db.execute('ALTER TABLE quotes ADD COLUMN make TEXT');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databaseProvider = Provider&lt;Database&gt;((ref) =&gt; throw UnimplementedError());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main(): final db = await openQuoteDb(); override databaseProvider like sharedPrefsProvider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+ onCreate + onUpgrade is the migration mechanism: bump version, add the ALTER in onUpgrade. path.join builds the file path per platform.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+ AsyncNotifier: storage hidden, UI reactive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features/quote/data/quote_repository.dart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lib/features/quote/data/quote_repository.dart - the one place that knows about storage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interface class QuoteRepository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Future&lt;List&lt;Quote&gt;&gt; loadAll();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Future&lt;Quote?&gt; byId(String id);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save(Quote quote);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delete(String id);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quoteRepositoryProvider = Provider&lt;QuoteRepository&gt;((ref)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SqliteQuoteRepository(ref.watch(databaseProvider));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Notifier uses it - never touches SQL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SavedQuotesNotifier extends AsyncNotifier&lt;List&lt;Quote&gt;&gt;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Future&lt;List&lt;Quote&gt;&gt; build() =&gt; ref.watch(quoteRepositoryProvider).loadAll();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add(Quote q)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ref.read(quoteRepositoryProvider).save(q);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ref.invalidateSelf();                         // re-run build() → reload list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remove(String id)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ref.read(quoteRepositoryProvider).delete(id);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ref.invalidateSelf();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savedQuotesProvider =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AsyncNotifierProvider&lt;SavedQuotesNotifier, List&lt;Quote&gt;&gt;(SavedQuotesNotifier.new);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notifier never sees SQL. invalidateSelf() re-runs build() after a write so the list refreshes. The Saved tab renders AsyncValue with when().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SqliteQuoteRepository: CRUD with query / insert / delete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features/quote/data/sqlite_quote_repository.dart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SqliteQuoteRepository implements QuoteRepository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SqliteQuoteRepository(this._db);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Database _db;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Future&lt;List&lt;Quote&gt;&gt; loadAll() async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rows = await _db.query('quotes', orderBy: 'created_at DESC');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rows.map(_fromRow).toList();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Future&lt;Quote?&gt; byId(String id) async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rows = await _db.query('quotes', where: 'id = ?', whereArgs: [id], limit: 1);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rows.isEmpty ? null : _fromRow(rows.first);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SqliteQuoteRepository: CRUD with query / insert / delete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features/quote/data/sqlite_quote_repository.dart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save(Quote q) =&gt; _db.insert(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'quotes',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{'id': q.id, 'premium': q.premium, 'currency': q.currency,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'created_at': DateTime.now().millisecondsSinceEpoch},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conflictAlgorithm: ConflictAlgorithm.replace,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delete(String id) =&gt; _db.delete('quotes', where: 'id = ?', whereArgs: [id]);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 _fromRow(Map&lt;String, Object?&gt; r) =&gt; Quote(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r['id'] as String,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premium: (r['premium'] as num).toDouble(),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currency: r['currency'] as String,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where/whereArgs - never string-concatenate SQL. ConflictAlgorithm.replace makes save() an upsert.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store for what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shared_preferences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last brand, small settings. Plain text on disk.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sqflite / drift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with queries and migrations: saved quotes, offline cache.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/ isar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object stores without SQL; good for caches; no relations.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flutter_secure_storage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credentials - Keychain / Keystore. Never prefs.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path_provider for documents/temp dirs: exports, PDFs, downloaded images.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Which store for what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shared_preferences   key-value, small, sync-ish after load     flags, last brand, last screen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sqflite / drift      relational, queries, migrations           saved quotes, offline cache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hive / isar          fast NoSQL objects, no SQL                 caches, settings objects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flutter_secure_storage  Keychain / Keystore encrypted          tokens, credentials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path_provider + File  arbitrary files                          exports, PDFs, images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Secure storage - never put tokens in shared_preferences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storage = FlutterSecureStorage();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storage.write(key: 'access_token', value: token);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token = await storage.read(key: 'access_token');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drift (type-safe SQLite, generated DAOs) - worth it above ~5 tables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hive - good for simple object caches; no relations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read + 5 min debrief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sqflite README and the "Persist data with SQLite" cookbook - spot the difference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docs.flutter.dev/cookbook/persistence/sqlite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cookbook; then pub.dev/packages/sqflite README sections "Opening a database", "Transactions", "Batch" (about 10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cookbook opens the database inside each function; we open once in main and provide it. What are the trade-offs?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use a transaction, and what happens to a write inside a transaction that throws?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Batch buy you when saving 200 rows? Write the three lines.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cookbook stores a Dog with an int id; we use a String id. What changes for conflicts and ordering?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answer; anyone who has done SQLite on Android/iOS natively adds what is different.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shows a Batch insert live.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storage goes into the mini-project.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 ·  14:45 - 16:00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the quote flow end-to-end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onboarding → capture → API → result → saved with everything from this week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onboarding flag and saved quotes across restarts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saved quote via deep link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the app that Day 5 tests, flavours and ships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Day 4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once; complete() writes prefs; redirect moves to /quote.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465222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0982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59582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5958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59582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59582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CaptureForm → QuoteNotifier.submit → DioQuoteService → mock API.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47565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113325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41925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1925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41925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1925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ref.listen pushes /quote/result/:id; PremiumCard; Save → SQLite via repository.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29907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95667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24267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24267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24267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624267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AsyncNotifier list; swipe to delete; pull to refresh; tap → result.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31225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678010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906610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0661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906610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906610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quoteapp://quote/result/&lt;id&gt; opens a saved quote from the DB.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38912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main.dart loads prefs and opens the DB before runApp, overrides two providers, and disables Riverpod retry for the course. Every arrow points UI → provider → service/repository → storage/API.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main.dart: the bootstrap that Day 5 builds 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main.dart · capture_screen.dart (listen)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lib/main.dart - final Day 4 bootstrap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main()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WidgetsFlutterBinding.ensureInitialized();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prefs = await SharedPreferences.getInstance();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db = await openQuoteDb();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runApp(ProviderScope(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retry: (retryCount, error) =&gt; null,                 // course setting: show errors immediately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overrides: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sharedPrefsProvider.overrideWithValue(prefs),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databaseProvider.overrideWithValue(db),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child: const QuoteApp(),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CaptureScreen: navigate when the quote arrives - a side effect, so ref.listen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ref.listen(quoteProvider, (prev, next)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(next)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QuoteLoaded(:final quote):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context.push('/quote/result/${quote.id}');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QuoteFailed(:final message):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ScaffoldMessenger.of(context).showSnackBar(SnackBar(content: Text(message)));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disabled for the course so failures surface immediately; remove for production. The listen block replaces the loaded case in yesterday's switch.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4.3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onboarding → capture → API → result → saved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install shows onboarding once; a quote from the real API can be saved, listed, deleted, reopened after restart, and opened by deep link.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pub add shared_preferences sqflite path. main.dart from the slide: prefs + DB loaded, providers overridden, retry disabled.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core/storage/prefs_providers.dart: sharedPrefsProvider, OnboardedNotifier reading/writing "onboarded". Router uses it. Restart the app: onboarding does not show again. adb shell pm clear &lt;applicationId&gt; to reset.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core/storage/database.dart (openQuoteDb) and features/quote/data/sqlite_quote_repository.dart; quoteRepositoryProvider; SavedQuotesNotifier + savedQuotesProvider.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ResultScreen: Save button → savedQuotesProvider.notifier.add(quote) → SnackBar → context.go('/saved').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SavedQuotesScreen (Appendix E): when() over the AsyncValue, SavedQuotesList from Day 2 with onDelete → remove(id); RefreshIndicator → ref.refresh(savedQuotesProvider.future).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StatefulShellRoute with Quote / Saved / Settings if you have not; Settings shows the brand toggle and persists the brand key in prefs.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ResultScreen: if quoteProvider has no matching quote, look it up in savedQuotesProvider (AsyncValue.value?.firstWhere). Deep link to a saved id now works after restart.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 clean; commit "Day 4: mini-project".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created_at display with intl DateFormat and sort toggle on the Saved tab.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last API response in SQLite and show it with a "cached" badge when the API is unreachable.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unit test for SqliteQuoteRepository using sqflite_common_ffi in-memory (dev dependency) - Friday preview.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· 20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read the testing overview and one widget-test cookbook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docs.flutter.dev/testing/overview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Overview; then docs.flutter.dev/cookbook/testing/widget/introduction and docs.flutter.dev/cookbook/testing/widget/finders; skim riverpod.dev/docs/essentials/testing (about 20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widget, integration: one sentence each, and which layer of our app each one covers.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pumpWidget, pump and pumpAndSettle do, and when does pumpAndSettle hang forever?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finders you would use on the capture form, and how you tap a button in a test.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Riverpod testing doc swap the API for a fake in a widget test?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tomorrow: two delegates present Q2 and Q4 at the whiteboard.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the first widget test live from their answers.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is the lowest score (1.6) - the afternoon is all release.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37160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recap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go_router: routes as data, nested paths, path/query params, redirect guards, StatefulShellRoute tabs, deep links via intent filter.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for "the app is now at X", push for "look, then come back"; ids in paths, not objects.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dio: one provided client, timeouts, interceptors, DioException mapped to messages; base URL from --dart-define.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by hand once, then json_serializable + build_runner (always --delete-conflicting-outputs).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shared_preferences loaded before runApp and provided; sqflite with version/onCreate/onUpgrade behind a repository; AsyncNotifier + invalidateSelf.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now runs end to end and persists across restarts.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181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210312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unit, widget, integration; mocktail; ProviderScope overrides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flavours + BrandTheme from --dart-define: one artefact, many brands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Signing, App Bundle, Play Console; iOS from the Mac + Codemagic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with GitHub Actions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Accessibility, lints, and the project clinic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· When it breaks in class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993002"/>
                <a:gridCol w="70986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this happens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this instead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Emulator cannot reach the mock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order: 1. Run the app in Chrome and point at http://localhost:8080.  2. Physical phone + the laptop LAN IP.  3. Revert quoteServiceProvider to FakeQuoteService - every other Day 4 objective (routing, JSON, storage, the mini-project) still works.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firewall blocks the mock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Security → Firewall → Allow an app → dart.exe on private networks. If IT blocks that, use fallback 3 above; do not lose twenty minutes to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build_runner fails or hangs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.dart_tool/build, rerun with --delete-conflicting-outputs. Still failing → use the hand-written toJson/fromJson from the earlier slide. The lab passes either way; code-gen is a convenience, not a requirement.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sqflite unavailable (Chrome, desktop)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InMemoryQuoteRepository override - Appendix E. Identical repository interface, so every other line of the lab is unchanged.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link will not fire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it on your machine only. It is a five-minute topic and no later lab depends on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 loop locks a delegate out of the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out the redirect function, hot restart, then fix the condition. Show this once for the whole room - several will hit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afternoon is behind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4.3 core is steps 1-5. The shell route and the deep-link lookup are stretch. Friday needs the app to run, not to be complete.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A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reference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Mock API server   B · Lab 4.1 solution   C · Supabase Edge Function   D · Lab 4.2 imports   E · Lab 4.3 screens + in-memory repo   F · Troubleshooting   G · Links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tool/mock_server.dart - the classroom quote API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tool/mock_server.dart (dart:io only)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tool/mock_server.dart - zero-dependency quote API, runs on every machine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'dart:convert';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'dart:io';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main()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server = await HttpServer.bind(InternetAddress.anyIPv4, 8080);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print('Quote API on http://localhost:8080  (emulator: http://10.0.2.2:8080)');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for (final req in server)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(req.method == 'POST' &amp;&amp; req.uri.path == '/quote')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body = jsonDecode(await utf8.decoder.bind(req).join()) as Map&lt;String, dynamic&gt;;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year = body['year'] as int;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age = body['driverAge'] as int;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cover = body['cover'] as String;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Future.delayed(const Duration(milliseconds: 800));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(year &lt; 2000)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_json(req, 422, {'message': 'Vehicle too old to insure'});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 p = 1000.0;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(age &lt; 25) p *= 1.5;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(year &lt; 2015) p *= 1.2;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tool/mock_server.dart - the classroom quote API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tool/mock_server.dart (dart:io only)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 *= {'thirdParty': 0.6, 'thirdPartyFireTheft': 0.8, 'comprehensive': 1.0}[cover] ?? 1.0;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_json(req, 200,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'id': 'q-${DateTime.now().millisecondsSinceEpoch}',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'premium': (p * 100).round() / 100,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'currency': 'ZAR',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'breakdown_lines': ['Base 1000', if (age &lt; 25) 'Young driver x1.5', if (year &lt; 2015) 'Older vehicle x1.2'],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_json(req, 404, {'message': 'Not found'});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_json(HttpRequest req, int status, Object body)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req.response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..statusCode = status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..headers.contentType = ContentType.json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..write(jsonEncode(body))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..close();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run tool/mock_server.dart · POST /quote · 422 for year &lt; 2000 · 800 ms simulated latency.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Lab 4.1 solution - OnboardingScreen and ResultScreen  (1/3)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lab-4-1-solution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OnboardingScreen extends ConsumerWidget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OnboardingScreen({super.key});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context, WidgetRef ref)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brand = ref.watch(brandProvider);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cs = Theme.of(context).colorScheme;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Scaffold(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body: SafeArea(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Padding(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padding: const EdgeInsets.all(24),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child: Column(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mainAxisAlignment: MainAxisAlignment.center,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crossAxisAlignment: CrossAxisAlignment.stretch,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children: [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Icon(Icons.shield, size: 96, color: cs.primary),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const SizedBox(height: 24),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Text('Welcome to ${brand.name}', textAlign: TextAlign.center,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style: Theme.of(context).textTheme.headlineMedium),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const SizedBox(height: 8),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Text('A motor quote in under a minute.', textAlign: TextAlign.center),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const Spacer(),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FilledButton(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onPressed: () async {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Lab 4.1 solution - OnboardingScreen and ResultScreen  (2/3)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lab-4-1-solution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await ref.read(onboardedProvider.notifier).complete();   // redirect → /quote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child: const Text('Get started'),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ResultScreen extends ConsumerWidget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ResultScreen({super.key, required this.id});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id;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Lab 4.1 solution - OnboardingScreen and ResultScreen  (3/3)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lab-4-1-solution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context, WidgetRef ref)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state = ref.watch(quoteProvider);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quote = switch (state) { QuoteLoaded(:final quote) when quote.id == id =&gt; quote, _ =&gt; null };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Scaffold(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appBar: AppBar(title: const Text('Your quote')),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body: quote == null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? const Center(child: Text('Quote not found'))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: Padding(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padding: const EdgeInsets.all(16),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child: Column(crossAxisAlignment: CrossAxisAlignment.stretch, 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PremiumCard(quote: quote),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const SizedBox(height: 16),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FilledButton.icon(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icon: const Icon(Icons.bookmark_add_outlined),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label: const Text('Save quote'),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onPressed: ()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await ref.read(savedQuotesProvider.notifier).add(quote);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(!context.mounted) return;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ScaffoldMessenger.of(context).showSnackBar(const SnackBar(content: Text('Saved')));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context.go('/saved');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OutlinedButton(onPressed: () =&gt; context.pop(), child: const Text('Back')),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]),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Optional hosted API - Supabase Edge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supabase/functions/quote/index.ts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OPTIONAL hosted version: supabase/functions/quote/index.ts  (Deno)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Deno.serve(async (req) =&gt;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!== 'POST') return new Response('Not found', { status: 404 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year, driverAge, cover } = await req.json();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(year &lt; 2000)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Response.json({ message: 'Vehicle too old to insure' }, { status: 422 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p = 1000;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(driverAge &lt; 25) p *= 1.5;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(year &lt; 2015) p *= 1.2;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*= { thirdParty: 0.6, thirdPartyFireTheft: 0.8, comprehensive: 1.0 }[cover] ?? 1.0;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Response.json({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`q-${Date.now()}`, premium: Math.round(p * 100) / 100, currency: 'ZAR',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breakdown_lines: ['Base 1000'],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(needs supabase CLI + login); --no-verify-jwt makes it public for the classroom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functions deploy quote --no-verify-jwt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URL: https://&lt;project-ref&gt;.supabase.co/functions/v1/quote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run --dart-define=API_URL=https://&lt;project-ref&gt;.supabase.co/functions/v1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 want a public https URL. Deploy from the Mac; pass the URL with --dart-define=API_URL.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Lab 4.2 - imports used across Day 4 files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'package:dio/dio.dart';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'package:flutter/material.dart';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'package:flutter_riverpod/flutter_riverpod.dart';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'package:go_router/go_router.dart';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'package:shared_preferences/shared_preferences.dart';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'package:sqflite/sqflite.dart';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'package:path/path.dart' as p;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'package:quote_app/core/network/dio_client.dart';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'package:quote_app/core/routing/router.dart';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'package:quote_app/core/storage/database.dart';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'package:quote_app/core/storage/prefs_providers.dart';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'package:quote_app/core/theme/brand_provider.dart';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'package:quote_app/features/quote/data/dio_quote_service.dart';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'package:quote_app/features/quote/data/quote_repository.dart';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'package:quote_app/features/quote/presentation/quote_providers.dart';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Lab 4.3 solution - SavedQuotesScreen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features/quote/presentation/saved_quotes_screen.dart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SavedQuotesScreen extends ConsumerWidget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SavedQuotesScreen({super.key});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context, WidgetRef ref)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saved = ref.watch(savedQuotesProvider);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Scaffold(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appBar: AppBar(title: const Text('Saved quotes')),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body: RefreshIndicator(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onRefresh: () =&gt; ref.refresh(savedQuotesProvider.future),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saved.when(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data: (quotes) =&gt; SavedQuotesList(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quotes: quotes,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onDelete: (q) =&gt; ref.read(savedQuotesProvider.notifier).remove(q.id),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loading: () =&gt; const Center(child: CircularProgressIndicator()),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error: (e, _) =&gt; Center(child: Text('Could not load: $e')),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In-memory repository (Chrome fallback and unit tests)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features/quote/data/in_memory_quote_repository.dart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InMemoryQuoteRepository implements QuoteRepository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_items = &lt;String, Quote&gt;{};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Future&lt;List&lt;Quote&gt;&gt; loadAll() async =&gt; _items.values.toList();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Future&lt;Quote?&gt; byId(String id) async =&gt; _items[id];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save(Quote quote) async =&gt; _items[quote.id] = quote;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delete(String id) async =&gt; _items.remove(id);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main.dart (Chrome fallback): skip openQuoteDb and override the repository instead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overrides: [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sharedPrefsProvider.overrideWithValue(prefs),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quoteRepositoryProvider.overrideWithValue(InMemoryQuoteRepository()),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Troubleshooting: symptom → fix</a:t>
            </a:r>
            <a:endParaRPr lang="en-US" sz="3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771168"/>
                <a:gridCol w="3105668"/>
                <a:gridCol w="42148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"Connection refused" from the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not running / wrong 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dart run tool/mock_server.dart; emulator uses 10.0.2.2, not localhost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"Cleartext HTTP traffic … not permitted"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blocks http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android:usesCleartextTraffic="true" on &lt;application&gt;; stop &amp; rerun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Windows: app cannot reach mock, curl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blocked dart.exe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Security → Firewall → Allow an app → dart.exe (private)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"redirect loop detected"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 returns a location already 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null when state.matchedLocation is the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GoRouter found in context"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above MaterialApp.router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Navigate from a screen's context or use ref.listen in a 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link ignored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 not rebuilt / meta-data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flutter_deeplinking_enabled; stop and flutter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build_runner "conflicting outputs"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.g.dart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--delete-conflicting-outputs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"_$QuoteFromJson isn't defined"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 not run / part name mismatch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build_runner; part 'quote.g.dart' must match file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"MissingPluginException"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added, app only hot-reloaded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and flutter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"UnimplementedError" on first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override missing in 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overrideWithValue for prefs /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sqflite fails in Chrome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Mobile-only plugin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InMemoryQuoteRepository override (Appendix 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shows every launch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mismatch / setBool not awaited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key in get and set; await the write; check with adb shell pm clear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list stale after add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invalidateSelf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ref.invalidateSelf() after writes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Links used today</a:t>
            </a:r>
            <a:endParaRPr lang="en-US" sz="3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77641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 overview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docs.flutter.dev/ui/navigation  ·  docs.flutter.dev/ui/navigation/deep-linking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go_router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pub.dev/packages/go_router (README → documentation)  ·  docs.flutter.dev/ui/navigation/set-up-app-links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docs.flutter.dev/data-and-backend/networking  ·  pub.dev/packages/dio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docs.flutter.dev/data-and-backend/serialization/json  ·  pub.dev/packages/json_serializable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docs.flutter.dev/cookbook/persistence/key-value  ·  docs.flutter.dev/cookbook/persistence/sqlite  ·  pub.dev/packages/sqflite  ·  pub.dev/packages/drift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pub.dev/packages/flutter_secure_storage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 async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riverpod.dev/docs/essentials/side_effects  ·  riverpod.dev/docs/essentials/passing_args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Emulator networking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developer.android.com/studio/run/emulator-networking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docs.flutter.dev/testing/overview  ·  docs.flutter.dev/cookbook/testing/widget/introduction  ·  riverpod.dev/docs/essentials/testing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github.com/&lt;org&gt;/flutter-quote-app - branches lab-4-1-start … lab-4-3-solution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4 - Data, APIs &amp; Navigation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Day 4 - Data, APIs &amp; Navigation</dc:title>
  <dc:subject>MO Integrations Flutter Training</dc:subject>
  <dc:creator>MO Integrations</dc:creator>
  <cp:lastModifiedBy>MO Integrations</cp:lastModifiedBy>
  <cp:revision>1</cp:revision>
  <dcterms:created xsi:type="dcterms:W3CDTF">2026-09-06T15:57:32Z</dcterms:created>
  <dcterms:modified xsi:type="dcterms:W3CDTF">2026-09-06T15:57:32Z</dcterms:modified>
</cp:coreProperties>
</file>