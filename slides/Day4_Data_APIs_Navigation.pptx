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notesMaster" Target="notesMasters/notesMaster1.xml" /><Relationship Id="rId51" Type="http://schemas.openxmlformats.org/officeDocument/2006/relationships/presProps" Target="presProps.xml" /><Relationship Id="rId52" Type="http://schemas.openxmlformats.org/officeDocument/2006/relationships/viewProps" Target="viewProps.xml" /><Relationship Id="rId53" Type="http://schemas.openxmlformats.org/officeDocument/2006/relationships/theme" Target="theme/theme1.xml" /><Relationship Id="rId54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2872" y="-1463040"/>
            <a:ext cx="4754880" cy="475488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43032" y="4480560"/>
            <a:ext cx="3108960" cy="31089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 ·  TECHNICAL TRAINING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Mobile Application Development · 5-Day Programme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APIs &amp; Navigation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go_router · REST &amp; JSON with dio · Local storage · Mini-project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760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to the group's REST strength (4.0); close the storage (3.0) and navigation (3.2) gaps  ·  Instructor: Clynton Botterill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09:00 - 10:30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&amp; routing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debrief: go vs push, params, redirect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 1.0 in 3 minutes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go_router: routes, params, redirect, shell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4.1 - routes + onboarding guard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90138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64458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445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50258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10:45 - 12:30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50258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&amp; JSON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4458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 client, timeouts, interceptors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mapped to messages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JSON → json_serializable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4.2 - real quote 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1636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05956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05956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191756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13:15 - 14:30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91756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storage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5956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shared_preferences for flags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with sqflite: schema, CRUD, migrations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 + AsyncNotifier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store for what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73134" y="1371600"/>
            <a:ext cx="2567178" cy="4663440"/>
          </a:xfrm>
          <a:prstGeom prst="roundRect">
            <a:avLst>
              <a:gd name="adj" fmla="val 3562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47454" y="160020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47454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33254" y="1645920"/>
            <a:ext cx="1378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14:45 - 16:00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033254" y="1874520"/>
            <a:ext cx="1378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Mini-project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7454" y="2560320"/>
            <a:ext cx="201853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4.3 - onboarding → capture → API → result → saved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into a result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+ homework: testing docs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 debrief: go vs push, parameters, redirect, shell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Q1 - go vs push.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replaces the stack to a location (tabs, after login, deep links). push adds a page on top (list → detail). Back button pops a push; after go, back leaves the app or goes to the parent route.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Q2 - parameters.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path: '/quote/result/:id' → state.pathParameters['id']. Query: state.uri.queryParameters. Objects: extra.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Q3 - redirect.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(context, state) → String? evaluated on every navigation. Return a location to redirect, null to allow. Onboarding guard lives here.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Q4 - shell.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StatefulShellRoute keeps a persistent Scaffold (bottom nav) with one navigation stack per tab. Quote / Saved / Settings.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539496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5440680"/>
            <a:ext cx="10817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go for "the app is now at X"; push for "look at this, then come back".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 ·  09:20 - 10:30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&amp; routing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Navigator 1.0 code and know why the course uses go_router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routes, nested routes and path parameters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routes with redirect driven by app state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persistent bottom navigation shell and a deep link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 1.0 in three minutes - and why we move 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9650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Imperative stack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Navigator.push / pop with a MaterialPageRoute. Return values via pop(value).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routes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MaterialApp(routes: {…}) + pushNamed with untyped arguments.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dialog-like detail page, a one-off wizard, small apps.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short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URLs, no deep links, no guards, no typed params, nested tab stacks are painful, web/back button semantics are wrong.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go_router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routes, URL-based, redirect guards, shell routes, maintained by the Flutter team. The course standard.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787969" y="1325880"/>
            <a:ext cx="58523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925129" y="1435608"/>
            <a:ext cx="55780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Navigator 1.0 - imperative, still everywhere on Stack Overflow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Navigator.of(context).push(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MaterialPageRoute(builder: (_) =&gt; ResultScreen(quote: quote)),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Navigator.of(context).pop();                     // back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picked = await Navigator.of(context).push&lt;Cover&gt;(   // return a value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MaterialPageRoute(builder: (_) =&gt; const CoverPickerScreen()),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Named routes (also 1.0)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MaterialApp(routes: {'/result': (_) =&gt; const ResultScreen()});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Navigator.pushNamed(context, '/result', arguments: quote);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Why we move on: no URLs, no deep links, no guards, arguments are untyped,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nested navigation (tabs) is painful. go_router is the Flutter-team-maintained answer.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go_router: routes, nested routes, redirect - as a provider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core/routing/router.dart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terminal (both OS)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go_router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lib/core/routing/router.dart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'package:flutter_riverpod/flutter_riverpod.dart';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'package:go_router/go_router.dart';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routerProvider = Provider&lt;GoRouter&gt;((ref)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onboarded = ref.watch(onboardedProvider);          // from shared_preferences (later today)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GoRouter(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initialLocation: '/quote',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debugLogDiagnostics: true,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redirect: (context, state)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goingToOnboarding = state.matchedLocation == '/onboarding';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(!onboarded &amp;&amp; !goingToOnboarding) return '/onboarding';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(onboarded &amp;&amp; goingToOnboarding) return '/quote';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null;                                           // no redirect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go_router: routes, nested routes, redirect - as a provider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core/routing/router.dart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routes: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GoRoute(path: '/onboarding', builder: (context, state) =&gt; const OnboardingScreen()),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GoRoute(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path: '/quote',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builder: (context, state) =&gt; const CaptureScreen(),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routes: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GoRoute(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path: 'result/:id',                              // → /quote/result/q-123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builder: (context, state) =&gt; ResultScreen(id: state.pathParameters['id']!),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],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router is a Provider so it can watch app state (onboarded) and re-evaluate redirect when it changes. Nested route path is relative: 'result/:id' under '/quote' → /quote/result/q-123.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MaterialApp.router, navigating, and reading parameters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2995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MaterialApp.router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routerConfig replaces home:. Theme and brand unchanged.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context.go(path)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replace; context.push(path) stack; context.pop() back; goNamed/pushNamed with name: on the route.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pathParameters, uri.queryParameters, extra (typed object; not survivable in a deep link).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ids in the path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passing objects via extra - deep links and restarts then work.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BuildContext extension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go_router to get context.go; no Navigator needed.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2469" y="1325880"/>
            <a:ext cx="65178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app.dart · 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259629" y="1435608"/>
            <a:ext cx="62435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lib/app.dart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QuoteApp extends ConsumerWidget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QuoteApp({super.key});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context, WidgetRef ref)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brand = ref.watch(brandProvider);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router = ref.watch(routerProvider);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MaterialApp.router(                 // .router instead of home: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title: brand.name,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theme: brand.toThemeData(Brightness.light),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darkTheme: brand.toThemeData(Brightness.dark),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routerConfig: router,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Navigate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context.go('/quote');                          // replace the stack (tabs, after login)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context.push('/quote/result/${quote.id}');     // push on top (detail from list)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context.pop();                                 // back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context.goNamed('result', pathParameters: {'id': quote.id});   // with name: on the GoRoute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 parameters in a builder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state.pathParameters['id']          // /quote/result/:id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state.uri.queryParameters['brand']  // /quote?brand=beta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state.extra                         // any object passed via context.go(path, extra: obj)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StatefulShellRoute: persistent bottom navigation with one stack per tab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core/routing/router.dart · app_shell.dart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Persistent bottom navigation with independent stacks per tab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StatefulShellRoute.indexedStack(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builder: (context, state, navigationShell) =&gt; AppShell(shell: navigationShell),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branches: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StatefulShellBranch(routes: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GoRoute(path: '/quote', builder: (_, __) =&gt; const CaptureScreen(), routes: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GoRoute(path: 'result/:id', builder: (_, s) =&gt; ResultScreen(id: s.pathParameters['id']!)),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StatefulShellBranch(routes: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GoRoute(path: '/saved', builder: (_, __) =&gt; const SavedQuotesScreen()),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StatefulShellBranch(routes: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GoRoute(path: '/settings', builder: (_, __) =&gt; const SettingsScreen()),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StatefulShellRoute: persistent bottom navigation with one stack per tab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core/routing/router.dart · app_shell.dart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AppShell extends StatelessWidget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AppShell({super.key, required this.shell});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StatefulNavigationShell shell;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=&gt; Scaffold(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body: shell,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bottomNavigationBar: NavigationBar(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selectedIndex: shell.currentIndex,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onDestinationSelected: (i) =&gt; shell.goBranch(i, initialLocation: i == shell.currentIndex),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destinations: const [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NavigationDestination(icon: Icon(Icons.calculate_outlined), label: 'Quote'),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NavigationDestination(icon: Icon(Icons.bookmark_outline), label: 'Saved'),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NavigationDestination(icon: Icon(Icons.settings_outlined), label: 'Settings'),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],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indexedStack keeps each tab's navigation state. goBranch(i, initialLocation: …) pops a tab to its root when re-tapped. NavigationBar is the Material 3 bottom bar.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links: Android intent filter and testing with adb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AndroidManifest.xml · shell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android/app/src/main/AndroidManifest.xml, inside &lt;activity android:name=".MainActivity" …&gt; --&gt;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&lt;meta-data android:name="flutter_deeplinking_enabled" android:value="true"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custom scheme: no host, path is the route --&gt;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&lt;intent-filter&gt;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&lt;action android:name="android.intent.action.VIEW"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&lt;category android:name="android.intent.category.DEFAULT"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&lt;category android:name="android.intent.category.BROWSABLE"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&lt;data android:scheme="quoteapp"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&lt;/intent-filter&gt;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https App Links: separate filter, needs assetlinks.json on the host --&gt;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&lt;intent-filter android:autoVerify="true"&gt;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&lt;action android:name="android.intent.action.VIEW"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&lt;category android:name="android.intent.category.DEFAULT"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&lt;category android:name="android.intent.category.BROWSABLE"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&lt;data android:scheme="https" android:host="quotes.example.com" /&gt;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&lt;/intent-filter&gt;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on the emulator (both OS; adb must be on PATH). Note the triple slash: the route is the URI *path*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adb shell am start -a android.intent.action.VIEW -d "quoteapp:///quote/result/q-123"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adb shell am start -a android.intent.action.VIEW -d "https://quotes.example.com/quote/result/q-123"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iOS: ios/Runner/Info.plist → CFBundleURLTypes (custom scheme) or Associated Domains (universal links)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scheme (quoteapp://) works without a server. https links need assetlinks.json on the domain (App Links); show, don't build. iOS: Info.plist URL types or Associated Domains - Friday from the Mac.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BREAK DOWN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1512" y="457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 read + 5 min debrief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go_router "Redirection" and "Error handling" - then break the guard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pub.dev/packages/go_router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1284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README's documentation link: "Redirection", "Error handling", "Navigation" (about 8 minutes)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80360"/>
            <a:ext cx="6655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these as you read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91840"/>
            <a:ext cx="6655003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redirect limit and what error do you get when a redirect loops? How would our onboarding rules loop if written carelessly?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redirect vs per-route redirect: which runs first and when would you use each?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errorBuilder do and what should our 404 screen show?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navigate from a place with no BuildContext (a notifier)? What does the doc recommend instead?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77963" y="2880360"/>
            <a:ext cx="4162349" cy="3154680"/>
          </a:xfrm>
          <a:prstGeom prst="roundRect">
            <a:avLst>
              <a:gd name="adj" fmla="val 2899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06563" y="3017520"/>
            <a:ext cx="3705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06563" y="3429000"/>
            <a:ext cx="3705149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writes a looping redirect on the whiteboard; the room finds the fix.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adds errorBuilder live.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Lab 4.1.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4.1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365760"/>
            <a:ext cx="8165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and the onboarding guard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/onboarding, /quote and /quote/result/:id; a redirect forces onboarding once; submitting a quote navigates to the result; a deep link opens a result.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09867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pub add go_router. Create core/routing/router.dart with routerProvider (initialLocation /quote, redirect, three routes).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today: onboardedProvider = NotifierProvider&lt;OnboardedNotifier, bool&gt; with build() =&gt; false and complete() =&gt; state = true (prefs come this afternoon).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app.dart → MaterialApp.router(routerConfig: ref.watch(routerProvider)).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OnboardingScreen (Appendix): brand icon, welcome text, "Get started" → complete(). Confirm redirect sends you to /quote and Back does not return to onboarding.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ResultScreen(id) reads quoteProvider and shows PremiumCard when the loaded quote's id matches, else "Quote not found".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CaptureScreen: ref.listen on quoteProvider → on QuoteLoaded push('/quote/result/${quote.id}'); QuoteFailed → SnackBar (replaces yesterday's inline switch for the loaded case).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intent filter to AndroidManifest.xml; stop and rerun; adb shell am start … quoteapp:///quote/result/q-1 (triple slash) → result screen opens with "not found", Back → /quote.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analyze clean; commit "Day 4: routing".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1630" y="1691640"/>
            <a:ext cx="3718682" cy="4389120"/>
          </a:xfrm>
          <a:prstGeom prst="roundRect">
            <a:avLst>
              <a:gd name="adj" fmla="val 2459"/>
            </a:avLst>
          </a:prstGeom>
          <a:solidFill>
            <a:srgbClr val="EAF2EC"/>
          </a:solidFill>
          <a:ln w="6350">
            <a:solidFill>
              <a:srgbClr val="EAF2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104510" y="1828800"/>
            <a:ext cx="33529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(fast lane)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04510" y="2240280"/>
            <a:ext cx="335292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StatefulShellRoute with Quote / Saved / Settings tabs; Settings shows the brand toggle.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errorBuilder with a 404 screen and a "Go home" button.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query parameter ?brand=beta on /onboarding that pre-selects the brand.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 ·  10:45 - 12:30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&amp; JSON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a dio client with base URL, timeouts, headers and logging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DioException to user-facing messages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Serialise models by hand, then with json_serializable + build_runner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fake service with a real one by changing one provider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quote API for today: zero-dependency mock, or hosted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07767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tool/mock_server.dart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40-line dart:io server: POST /quote → premium JSON; 422 for year &lt; 2000; 800 ms delay. Runs on every machine, offline.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Emulator → host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Android emulator reaches your laptop at 10.0.2.2, not localhost.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Cleartext http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blocks plain http by default: usesCleartextTraffic="true" in the manifest for the classroom.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alternative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logic as a Supabase Edge Function (Appendix C) if you want a real URL.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URL via --dart-define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hard-code environment URLs.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900635" y="1325880"/>
            <a:ext cx="6739677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(macOS / Windows)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37795" y="1435608"/>
            <a:ext cx="6465357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the mock API (each delegate on their own machine, or you on the projector)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dart run tool/mock_server.dart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Reach it from…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Android emulator → http://10.0.2.2:8080     (10.0.2.2 = the host machine)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iOS simulator    → http://localhost:8080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Physical phone   → http://&lt;laptop LAN IP&gt;:8080  (same Wi-Fi; allow the port in the firewall)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Chrome           → http://localhost:8080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Pass the URL at run time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run --dart-define=API_URL=http://10.0.2.2:8080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Android blocks plain http by default on API 28+. For the local mock, allow it: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android/app/src/main/AndroidManifest.xml → &lt;application android:usesCleartextTraffic="true" …&gt;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(remove before release, or use a network_security_config restricted to 10.0.2.2)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with curl (mac) / Invoke-RestMethod (win)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localhost:8080/quote -H 'content-type: application/json' \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'{"make":"VW","year":2020,"driverAge":30,"cover":"comprehensive"}'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Invoke-RestMethod -Method Post -Uri http://localhost:8080/quote -ContentType 'application/json' `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-Body '{"make":"VW","year":2020,"driverAge":30,"cover":"comprehensive"}'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dio: one configured client, provided once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2995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BaseOptions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baseUrl, connect/receive timeouts, default headers.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LogInterceptor in debug; later: auth token injection, retry, caching.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String.fromEnvironment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config from --dart-define; default points at the emulator mock.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Provider&lt;Dio&gt;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gets the same client; tests override it.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 vs http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is minimal; dio adds interceptors, timeouts, cancellation, form-data, typed errors. Use dio.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2469" y="1325880"/>
            <a:ext cx="65178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core/network/dio_client.dart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259629" y="1435608"/>
            <a:ext cx="62435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terminal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dio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lib/core/network/dio_client.dart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'package:dio/dio.dart';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'package:flutter/foundation.dart';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'package:flutter_riverpod/flutter_riverpod.dart';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apiBaseUrl = String.fromEnvironment('API_URL',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defaultValue: 'http://10.0.2.2:8080');       // Android emulator → host machine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dioProvider = Provider&lt;Dio&gt;((ref)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dio = Dio(BaseOptions(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baseUrl: apiBaseUrl,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connectTimeout: const Duration(seconds: 8),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receiveTimeout: const Duration(seconds: 8),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headers: {'Accept': 'application/json'},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(kDebugMode)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dio.interceptors.add(LogInterceptor(requestBody: true, responseBody: true));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dio;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flutter run --dart-define=API_URL=https://xyz.supabase.co/functions/v1/quote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DioQuoteService: the real implementation, and errors mapped to messages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features/quote/data/dio_quote_service.dart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lib/features/quote/data/dio_quote_service.dart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DioQuoteService implements QuoteService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DioQuoteService(this._dio);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Dio _dio;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Future&lt;Quote&gt; getQuote(QuoteRequest request) async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res = await _dio.post&lt;Map&lt;String, dynamic&gt;&gt;('/quote', data: request.toJson());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Quote.fromJson(res.data!);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on DioException catch (e)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throw QuoteException(_message(e));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DioQuoteService: the real implementation, and errors mapped to messages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features/quote/data/dio_quote_service.dart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_message(DioException e) =&gt; switch (e.type)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DioExceptionType.connectionTimeout ||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DioExceptionType.receiveTimeout ||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DioExceptionType.sendTimeout =&gt; 'The server took too long. Check your connection.',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DioExceptionType.connectionError =&gt; 'Cannot reach the quote service.',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DioExceptionType.badResponse =&gt; switch (e.response?.statusCode)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422 =&gt; (e.response?.data as Map?)?['message'] as String? ?? 'Invalid request',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_ =&gt; 'Server error (${e.response?.statusCode})',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 =&gt; 'Unexpected error: ${e.message}',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QuoteException implements Exception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QuoteException(this.message);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message;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toString() =&gt; message;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Swap the implementation - ONE line in quote_providers.dart: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quoteServiceProvider = Provider&lt;QuoteService&gt;((ref) =&gt; DioQuoteService(ref.watch(dioProvider)));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interface as the fake. DioException.type drives the message; a 422 body from our API carries a "message" field. The swap is one provider line.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by hand first - then let the generator do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299509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toJson / fromJson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Map&lt;String, dynamic&gt; in and out. Enums via .name and values.byName.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1200 decodes as int, 1200.5 as double - cast through num.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(json['items'] as List).map(...).toList().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 decodes for you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res.data is already a Map/List when the content-type is JSON.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hand-write once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generated _$QuoteFromJson is not magic when it breaks.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22469" y="1325880"/>
            <a:ext cx="6517843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quote_request.dart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259629" y="1435608"/>
            <a:ext cx="6243523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Hand-written JSON - do this once so the generated code is not magic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QuoteRequest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…fields, constructor, copyWith from Day 1…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Map&lt;String, dynamic&gt; toJson() =&gt;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'make': make,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'model': model,                 // null is fine; jsonEncode writes null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'year': year,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'driverAge': driverAge,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'cover': cover.name,            // enum → string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factory QuoteRequest.fromJson(Map&lt;String, dynamic&gt; j) =&gt; QuoteRequest(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make: j['make'] as String,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model: j['model'] as String?,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year: j['year'] as int,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driverAge: j['driverAge'] as int,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cover: Cover.values.byName(j['cover'] as String),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quotes = (json['items'] as List).map((e) =&gt; Quote.fromJson(e as Map&lt;String, dynamic&gt;)).toList();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dio already decodes JSON: res.data is Map/List. For raw strings: jsonDecode(body) from dart:convert.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json_serializable: annotate, generate, commit the .g.dart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· quote.dart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terminal (both OS)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json_annotation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--dev build_runner json_serializable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lib/features/quote/domain/quote.dart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'package:json_annotation/json_annotation.dart';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'quote.g.dart';                              // generated file lives next to this one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@JsonSerializable()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Quote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Quote({required this.id, required this.premium, this.currency = 'ZAR', this.breakdown});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id;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double premium;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currency;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@JsonKey(name: 'breakdown_lines')               // API field name differs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List&lt;String&gt;? breakdown;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factory Quote.fromJson(Map&lt;String, dynamic&gt; json) =&gt; _$QuoteFromJson(json);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Map&lt;String, dynamic&gt; toJson() =&gt; _$QuoteToJson(this);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generate (run after every model change)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dart run build_runner build --delete-conflicting-outputs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keep it running: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dart run build_runner watch --delete-conflicting-outputs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'quote.g.dart' must match the file name. Run build_runner after every model change; --delete-conflicting-outputs avoids the "conflicting outputs" stop. Commit the generated files.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4.2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365760"/>
            <a:ext cx="8165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quote API with dio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the form calls the mock API through DioQuoteService; errors show friendly messages; models use json_serializable.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09867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tool/mock_server.dart from the appendix; dart run tool/mock_server.dart in a second terminal; curl / Invoke-RestMethod it once.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AndroidManifest.xml: android:usesCleartextTraffic="true" on &lt;application&gt;. Stop and rerun the app.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pub add dio; create core/network/dio_client.dart (dioProvider with API_URL define, defaults to http://10.0.2.2:8080).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features/quote/data/dio_quote_service.dart from the slide; QuoteException.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quote_providers.dart: quoteServiceProvider → DioQuoteService(ref.watch(dioProvider)). Hot restart. Submit → premium from the server (check the LogInterceptor output).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pub add json_annotation; flutter pub add --dev build_runner json_serializable. Annotate Quote and QuoteRequest; dart run build_runner build --delete-conflicting-outputs; delete the hand-written toJson/fromJson.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failure modes: year 1998 (422 message), stop the mock (connection message), --dart-define=API_URL=http://10.0.2.2:9 (timeout / connection).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analyze clean; commit "Day 4: dio + json_serializable".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1630" y="1691640"/>
            <a:ext cx="3718682" cy="4389120"/>
          </a:xfrm>
          <a:prstGeom prst="roundRect">
            <a:avLst>
              <a:gd name="adj" fmla="val 2459"/>
            </a:avLst>
          </a:prstGeom>
          <a:solidFill>
            <a:srgbClr val="EAF2EC"/>
          </a:solidFill>
          <a:ln w="6350">
            <a:solidFill>
              <a:srgbClr val="EAF2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104510" y="1828800"/>
            <a:ext cx="33529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(fast lane)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04510" y="2240280"/>
            <a:ext cx="335292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retry interceptor (dio_smart_retry package or hand-rolled) for connection errors, max 2 attempts.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@JsonKey(name: 'breakdown_lines') and render the breakdown list on PremiumCard.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API_URL at the hosted Supabase function (Appendix C) and compare latency.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 ·  13:15 - 14:30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storage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flags and settings with shared_preferences, loaded before the first frame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query and migrate a SQLite database with sqflite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storage behind a repository and expose it through an AsyncNotifier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store for each kind of data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shared_preferences: load once, provide, read synchronously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07767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key-value store (NSUserDefaults / SharedPreferences) for small settings and flags. Not for secrets.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before runApp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WidgetsFlutterBinding.ensureInitialized(), then getInstance(); override a provider with the instance.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are then synchronous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build() can call getBool without FutureBuilder.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async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setBool, then update the notifier state.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onboarding flag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this morning's in-memory bool; redirect now survives restarts.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900635" y="1325880"/>
            <a:ext cx="6739677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main.dart · core/storage/prefs_providers.dart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37795" y="1435608"/>
            <a:ext cx="6465357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terminal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shared_preferences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lib/main.dart - load prefs once, before the first frame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Future&lt;void&gt; main()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WidgetsFlutterBinding.ensureInitialized();          // required before any plugin call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prefs = await SharedPreferences.getInstance();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runApp(ProviderScope(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overrides: [sharedPrefsProvider.overrideWithValue(prefs)],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child: const QuoteApp(),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lib/core/storage/prefs_providers.dart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sharedPrefsProvider = Provider&lt;SharedPreferences&gt;((ref) =&gt; throw UnimplementedError());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OnboardedNotifier extends Notifier&lt;bool&gt;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build() =&gt; ref.watch(sharedPrefsProvider).getBool('onboarded') ?? false;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complete()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ref.read(sharedPrefsProvider).setBool('onboarded', true);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 = true;                                     // router redirect reacts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onboardedProvider = NotifierProvider&lt;OnboardedNotifier, bool&gt;(OnboardedNotifier.new);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Same pattern persists the brand key: getString('brand') ?? 'alpha'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sqflite: open, create, migrate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core/storage/database.dart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terminal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pub add sqflite path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lib/core/storage/database.dart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'package:path/path.dart' as p;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'package:sqflite/sqflite.dart';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Future&lt;Database&gt; openQuoteDb()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dir = await getDatabasesPath();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openDatabase(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p.join(dir, 'quotes.db'),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version: 1,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onCreate: (db, version) =&gt; db.execute('''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CREATE TABLE quotes 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id TEXT PRIMARY KEY,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premium REAL NOT NULL,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currency TEXT NOT NULL,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created_at INTEGER NOT NULL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'''),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onUpgrade: (db, oldV, newV)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(oldV &lt; 2) await db.execute('ALTER TABLE quotes ADD COLUMN make TEXT');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databaseProvider = Provider&lt;Database&gt;((ref) =&gt; throw UnimplementedError());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main(): final db = await openQuoteDb(); override databaseProvider like sharedPrefsProvider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onCreate + onUpgrade is the migration mechanism: bump version, add the ALTER in onUpgrade. path.join builds the file path per platform.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+ AsyncNotifier: storage hidden, UI reactive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features/quote/data/quote_repository.dart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lib/features/quote/data/quote_repository.dart - the one place that knows about storage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 interface class QuoteRepository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Future&lt;List&lt;Quote&gt;&gt; loadAll();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Future&lt;Quote?&gt; byId(String id);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save(Quote quote);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delete(String id);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quoteRepositoryProvider = Provider&lt;QuoteRepository&gt;((ref)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SqliteQuoteRepository(ref.watch(databaseProvider));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Notifier uses it - never touches SQL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SavedQuotesNotifier extends AsyncNotifier&lt;List&lt;Quote&gt;&gt;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Future&lt;List&lt;Quote&gt;&gt; build() =&gt; ref.watch(quoteRepositoryProvider).loadAll();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add(Quote q)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ref.read(quoteRepositoryProvider).save(q);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ref.invalidateSelf();                         // re-run build() → reload list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remove(String id)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ref.read(quoteRepositoryProvider).delete(id);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ref.invalidateSelf();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savedQuotesProvider =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AsyncNotifierProvider&lt;SavedQuotesNotifier, List&lt;Quote&gt;&gt;(SavedQuotesNotifier.new);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notifier never sees SQL. invalidateSelf() re-runs build() after a write so the list refreshes. The Saved tab renders AsyncValue with when().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SqliteQuoteRepository: CRUD with query / insert / delete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features/quote/data/sqlite_quote_repository.dart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SqliteQuoteRepository implements QuoteRepository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SqliteQuoteRepository(this._db);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Database _db;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Future&lt;List&lt;Quote&gt;&gt; loadAll() async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rows = await _db.query('quotes', orderBy: 'created_at DESC');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rows.map(_fromRow).toList();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Future&lt;Quote?&gt; byId(String id) async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rows = await _db.query('quotes', where: 'id = ?', whereArgs: [id], limit: 1);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rows.isEmpty ? null : _fromRow(rows.first);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SqliteQuoteRepository: CRUD with query / insert / delete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features/quote/data/sqlite_quote_repository.dart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save(Quote q) =&gt; _db.insert(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'quotes',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{'id': q.id, 'premium': q.premium, 'currency': q.currency,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'created_at': DateTime.now().millisecondsSinceEpoch},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conflictAlgorithm: ConflictAlgorithm.replace,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delete(String id) =&gt; _db.delete('quotes', where: 'id = ?', whereArgs: [id]);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 _fromRow(Map&lt;String, Object?&gt; r) =&gt; Quote(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id: r['id'] as String,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premium: (r['premium'] as num).toDouble(),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currency: r['currency'] as String,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where/whereArgs - never string-concatenate SQL. ConflictAlgorithm.replace makes save() an upsert.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store for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52134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shared_preferences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flags, last brand, small settings. Plain text on disk.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sqflite / drift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with queries and migrations: saved quotes, offline cache.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 / isar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object stores without SQL; good for caches; no relations.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flutter_secure_storage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and credentials - Keychain / Keystore. Never prefs.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path_provider for documents/temp dirs: exports, PDFs, downloaded images.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344302" y="1325880"/>
            <a:ext cx="6296010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1462" y="1435608"/>
            <a:ext cx="602169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Which store for what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shared_preferences   key-value, small, sync-ish after load     flags, last brand, last screen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sqflite / drift      relational, queries, migrations           saved quotes, offline cache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hive / isar          fast NoSQL objects, no SQL                 caches, settings objects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flutter_secure_storage  Keychain / Keystore encrypted          tokens, credentials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path_provider + File  arbitrary files                          exports, PDFs, images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Secure storage - never put tokens in shared_preferences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storage = FlutterSecureStorage();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storage.write(key: 'access_token', value: token);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token = await storage.read(key: 'access_token');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drift (type-safe SQLite, generated DAOs) - worth it above ~5 tables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hive - good for simple object caches; no relations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BREAK DOWN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1512" y="457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read + 5 min debrief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sqflite README and the "Persist data with SQLite" cookbook - spot the difference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docs.flutter.dev/cookbook/persistence/sqlite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1284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cookbook; then pub.dev/packages/sqflite README sections "Opening a database", "Transactions", "Batch" (about 10 minutes)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80360"/>
            <a:ext cx="66550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these as you read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91840"/>
            <a:ext cx="6655003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opens the database inside each function; we open once in main and provide it. What are the trade-offs?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would you use a transaction, and what happens to a write inside a transaction that throws?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Batch buy you when saving 200 rows? Write the three lines.</a:t>
            </a:r>
            <a:endParaRPr lang="en-US" sz="14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stores a Dog with an int id; we use a String id. What changes for conflicts and ordering?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77963" y="2880360"/>
            <a:ext cx="4162349" cy="3154680"/>
          </a:xfrm>
          <a:prstGeom prst="roundRect">
            <a:avLst>
              <a:gd name="adj" fmla="val 2899"/>
            </a:avLst>
          </a:prstGeom>
          <a:solidFill>
            <a:srgbClr val="FBF6E3"/>
          </a:solidFill>
          <a:ln w="6350">
            <a:solidFill>
              <a:srgbClr val="FBF6E3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06563" y="3017520"/>
            <a:ext cx="3705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06563" y="3429000"/>
            <a:ext cx="3705149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 answer; anyone who has done SQLite on Android/iOS natively adds what is different.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shows a Batch insert live.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storage goes into the mini-project.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  ·  14:45 - 16:00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Mini-project: the quote flow end-to-end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949440" y="1188720"/>
            <a:ext cx="4663440" cy="4389120"/>
          </a:xfrm>
          <a:prstGeom prst="roundRect">
            <a:avLst>
              <a:gd name="adj" fmla="val 2083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module you can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78308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onboarding → capture → API → result → saved with everything from this week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onboarding flag and saved quotes across restarts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saved quote via deep link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the app that Day 5 tests, flavours and ships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 Day 4 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once; complete() writes prefs; redirect moves to /quote.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465222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830982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59582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59582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059582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59582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CaptureForm → QuoteNotifier.submit → DioQuoteService → mock API.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747565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113325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41925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1925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41925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41925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ref.listen pushes /quote/result/:id; PremiumCard; Save → SQLite via repository.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029907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95667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624267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24267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24267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624267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AsyncNotifier list; swipe to delete; pull to refresh; tap → result.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12250" y="2651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678010" y="1737360"/>
            <a:ext cx="1962302" cy="2377440"/>
          </a:xfrm>
          <a:prstGeom prst="roundRect">
            <a:avLst>
              <a:gd name="adj" fmla="val 4660"/>
            </a:avLst>
          </a:prstGeom>
          <a:solidFill>
            <a:srgbClr val="EAF0F7"/>
          </a:solidFill>
          <a:ln w="6350">
            <a:solidFill>
              <a:srgbClr val="EAF0F7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906610" y="1920240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0661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06610" y="2560320"/>
            <a:ext cx="15051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906610" y="3017520"/>
            <a:ext cx="15051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quoteapp://quote/result/&lt;id&gt; opens a saved quote from the DB.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3891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main.dart loads prefs and opens the DB before runApp, overrides two providers, and disables Riverpod retry for the course. Every arrow points UI → provider → service/repository → storage/API.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main.dart: the bootstrap that Day 5 builds 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main.dart · capture_screen.dart (listen)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lib/main.dart - final Day 4 bootstrap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Future&lt;void&gt; main()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WidgetsFlutterBinding.ensureInitialized();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prefs = await SharedPreferences.getInstance();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db = await openQuoteDb();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runApp(ProviderScope(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retry: (retryCount, error) =&gt; null,                 // course setting: show errors immediately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overrides: [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sharedPrefsProvider.overrideWithValue(prefs),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databaseProvider.overrideWithValue(db),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child: const QuoteApp(),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CaptureScreen: navigate when the quote arrives - a side effect, so ref.listen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ref.listen(quoteProvider, (prev, next)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switch (next)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QuoteLoaded(:final quote):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context.push('/quote/result/${quote.id}');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QuoteFailed(:final message):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ScaffoldMessenger.of(context).showSnackBar(SnackBar(content: Text(message)));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default: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break;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disabled for the course so failures surface immediately; remove for production. The listen block replaces the loaded case in yesterday's switch.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4.3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365760"/>
            <a:ext cx="8165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Mini-project: onboarding → capture → API → result → saved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install shows onboarding once; a quote from the real API can be saved, listed, deleted, reopened after restart, and opened by deep link.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709867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pub add shared_preferences sqflite path. main.dart from the slide: prefs + DB loaded, providers overridden, retry disabled.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core/storage/prefs_providers.dart: sharedPrefsProvider, OnboardedNotifier reading/writing "onboarded". Router uses it. Restart the app: onboarding does not show again. adb shell pm clear &lt;applicationId&gt; to reset.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core/storage/database.dart (openQuoteDb) and features/quote/data/sqlite_quote_repository.dart; quoteRepositoryProvider; SavedQuotesNotifier + savedQuotesProvider.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ResultScreen: Save button → savedQuotesProvider.notifier.add(quote) → SnackBar → context.go('/saved').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SavedQuotesScreen (Appendix E): when() over the AsyncValue, SavedQuotesList from Day 2 with onDelete → remove(id); RefreshIndicator → ref.refresh(savedQuotesProvider.future).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StatefulShellRoute with Quote / Saved / Settings if you have not; Settings shows the brand toggle and persists the brand key in prefs.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ResultScreen: if quoteProvider has no matching quote, look it up in savedQuotesProvider (AsyncValue.value?.firstWhere). Deep link to a saved id now works after restart.</a:t>
            </a:r>
            <a:endParaRPr lang="en-US" sz="1300" dirty="0"/>
          </a:p>
          <a:p>
            <a:pPr marL="279400" indent="-2794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analyze clean; commit "Day 4: mini-project".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21630" y="1691640"/>
            <a:ext cx="3718682" cy="4389120"/>
          </a:xfrm>
          <a:prstGeom prst="roundRect">
            <a:avLst>
              <a:gd name="adj" fmla="val 2459"/>
            </a:avLst>
          </a:prstGeom>
          <a:solidFill>
            <a:srgbClr val="EAF2EC"/>
          </a:solidFill>
          <a:ln w="6350">
            <a:solidFill>
              <a:srgbClr val="EAF2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104510" y="1828800"/>
            <a:ext cx="33529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(fast lane)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04510" y="2240280"/>
            <a:ext cx="335292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created_at display with intl DateFormat and sort toggle on the Saved tab.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the last API response in SQLite and show it with a "cached" badge when the API is unreachable.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unit test for SqliteQuoteRepository using sqflite_common_ffi in-memory (dev dependency) - Friday preview.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ns0:sld xmlns:ns0="http://schemas.openxmlformats.org/presentationml/2006/main" xmlns:ns1="http://schemas.openxmlformats.org/drawingml/2006/main">
  <ns0:cSld name="Slide 3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548640" y="457200"/>
            <ns1:ext cx="2011680" cy="292608"/>
          </ns1:xfrm>
          <ns1:prstGeom prst="roundRect">
            <ns1:avLst>
              <ns1:gd name="adj" fmla="val 50000"/>
            </ns1:avLst>
          </ns1:prstGeom>
          <ns1:solidFill>
            <ns1:srgbClr val="0B2545"/>
          </ns1:solidFill>
          <ns1:ln w="12700">
            <ns1:solidFill>
              <ns1:srgbClr val="0B2545"/>
            </ns1:solidFill>
            <ns1:prstDash val="solid"/>
          </ns1:ln>
        </ns0:spPr>
      </ns0:sp>
      <ns0:sp>
        <ns0:nvSpPr>
          <ns0:cNvPr id="3" name="Text 1"/>
          <ns0:cNvSpPr txBox="1"/>
          <ns0:nvPr/>
        </ns0:nvSpPr>
        <ns0:spPr>
          <ns1:xfrm>
            <ns1:off x="548640" y="457200"/>
            <ns1:ext cx="2011680" cy="29260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ctr" indent="0" marL="0">
              <ns1:buNone/>
            </ns1:pPr>
            <ns1:r>
              <ns1:rPr lang="en-US" sz="1000" b="1" dirty="0">
                <ns1:solidFill>
                  <ns1:srgbClr val="FFFFF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READ &amp; BREAK DOWN</ns1:t>
            </ns1:r>
            <ns1:endParaRPr lang="en-US" sz="1000" dirty="0"/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9811512" y="457200"/>
            <ns1:ext cx="1828800" cy="29260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12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Homework · 20 min</ns1:t>
            </ns1:r>
            <ns1:endParaRPr lang="en-US" sz="1200" dirty="0"/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48640" y="868680"/>
            <ns1:ext cx="11091672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2800" b="1" dirty="0">
                <ns1:solidFill>
                  <ns1:srgbClr val="0B2545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Tonight: read the testing overview and one widget-test cookbook</ns1:t>
            </ns1:r>
            <ns1:endParaRPr lang="en-US" sz="2800" dirty="0"/>
          </ns1:p>
        </ns0:txBody>
      </ns0:sp>
      <ns0:sp>
        <ns0:nvSpPr>
          <ns0:cNvPr id="6" name="Shape 4"/>
          <ns0:cNvSpPr/>
          <ns0:nvPr/>
        </ns0:nvSpPr>
        <ns0:spPr>
          <ns1:xfrm>
            <ns1:off x="548640" y="1691640"/>
            <ns1:ext cx="11091672" cy="960120"/>
          </ns1:xfrm>
          <ns1:prstGeom prst="roundRect">
            <ns1:avLst>
              <ns1:gd name="adj" fmla="val 9524"/>
            </ns1:avLst>
          </ns1:prstGeom>
          <ns1:solidFill>
            <ns1:srgbClr val="EAF0F7"/>
          </ns1:solidFill>
          <ns1:ln w="6350">
            <ns1:solidFill>
              <ns1:srgbClr val="EAF0F7"/>
            </ns1:solidFill>
            <ns1:prstDash val="solid"/>
          </ns1:ln>
          <ns1:effectLst>
            <ns1:outerShdw sx="100000" sy="100000" kx="0" ky="0" algn="bl" rotWithShape="0" blurRad="38100" dist="12700" dir="5400000">
              <ns1:srgbClr val="000000">
                <ns1:alpha val="8000"/>
              </ns1:srgbClr>
            </ns1:outerShdw>
          </ns1:effectLst>
        </ns0:spPr>
      </ns0:sp>
      <ns0:sp>
        <ns0:nvSpPr>
          <ns0:cNvPr id="7" name="Text 5"/>
          <ns0:cNvSpPr txBox="1"/>
          <ns0:nvPr/>
        </ns0:nvSpPr>
        <ns0:spPr>
          <ns1:xfrm>
            <ns1:off x="822960" y="1783080"/>
            <ns1:ext cx="10543032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800" b="1" dirty="0">
                <ns1:solidFill>
                  <ns1:srgbClr val="0B2545"/>
                </ns1:solidFill>
                <ns1:latin typeface="Courier New" pitchFamily="34" charset="0"/>
                <ns1:ea typeface="Courier New" pitchFamily="34" charset="-122"/>
                <ns1:cs typeface="Courier New" pitchFamily="34" charset="-120"/>
              </ns1:rPr>
              <ns1:t>docs.flutter.dev/testing/overview</ns1:t>
            </ns1:r>
            <ns1:endParaRPr lang="en-US" sz="1800" dirty="0"/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822960" y="2212848"/>
            <ns1:ext cx="10543032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2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Overview; then docs.flutter.dev/cookbook/testing/widget/introduction and docs.flutter.dev/cookbook/testing/widget/finders; skim riverpod.dev/docs/essentials/testing (about 20 minutes)</ns1:t>
            </ns1:r>
            <ns1:endParaRPr lang="en-US" sz="1200" dirty="0"/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548640" y="2880360"/>
            <ns1:ext cx="6655003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400" b="1" dirty="0">
                <ns1:solidFill>
                  <ns1:srgbClr val="0B2545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Answer these as you read</ns1:t>
            </ns1:r>
            <ns1:endParaRPr lang="en-US" sz="1400" dirty="0"/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548640" y="3291840"/>
            <ns1:ext cx="6655003" cy="2743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 startAt="1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Unit, widget, integration: one sentence each, and which layer of our app each one covers.</ns1:t>
            </ns1:r>
            <ns1:endParaRPr lang="en-US" sz="1400" dirty="0"/>
          </ns1:p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 startAt="1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What do pumpWidget, pump and pumpAndSettle do, and when does pumpAndSettle hang forever?</ns1:t>
            </ns1:r>
            <ns1:endParaRPr lang="en-US" sz="1400" dirty="0"/>
          </ns1:p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 startAt="1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Three finders you would use on the capture form, and how you tap a button in a test.</ns1:t>
            </ns1:r>
            <ns1:endParaRPr lang="en-US" sz="1400" dirty="0"/>
          </ns1:p>
          <ns1:p>
            <ns1:pPr marL="279400" indent="-279400">
              <ns1:spcAft>
                <ns1:spcPts val="800"/>
              </ns1:spcAft>
              <ns1:buSzPct val="100000"/>
              <ns1:buFont typeface="+mj-lt"/>
              <ns1:buAutoNum type="arabicPeriod" startAt="1"/>
            </ns1:pPr>
            <ns1:r>
              <ns1:rPr lang="en-US" sz="140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How does the Riverpod testing doc swap the API for a fake in a widget test?</ns1:t>
            </ns1:r>
            <ns1:endParaRPr lang="en-US" sz="1400" dirty="0"/>
          </ns1:p>
        </ns0:txBody>
      </ns0:sp>
      <ns0:sp>
        <ns0:nvSpPr>
          <ns0:cNvPr id="11" name="Shape 9"/>
          <ns0:cNvSpPr/>
          <ns0:nvPr/>
        </ns0:nvSpPr>
        <ns0:spPr>
          <ns1:xfrm>
            <ns1:off x="7477963" y="2880360"/>
            <ns1:ext cx="4162349" cy="3154680"/>
          </ns1:xfrm>
          <ns1:prstGeom prst="roundRect">
            <ns1:avLst>
              <ns1:gd name="adj" fmla="val 2899"/>
            </ns1:avLst>
          </ns1:prstGeom>
          <ns1:solidFill>
            <ns1:srgbClr val="FBF6E3"/>
          </ns1:solidFill>
          <ns1:ln w="6350">
            <ns1:solidFill>
              <ns1:srgbClr val="FBF6E3"/>
            </ns1:solidFill>
            <ns1:prstDash val="solid"/>
          </ns1:ln>
          <ns1:effectLst>
            <ns1:outerShdw sx="100000" sy="100000" kx="0" ky="0" algn="bl" rotWithShape="0" blurRad="38100" dist="12700" dir="5400000">
              <ns1:srgbClr val="000000">
                <ns1:alpha val="8000"/>
              </ns1:srgbClr>
            </ns1:outerShdw>
          </ns1:effectLst>
        </ns0:spPr>
      </ns0:sp>
      <ns0:sp>
        <ns0:nvSpPr>
          <ns0:cNvPr id="12" name="Text 10"/>
          <ns0:cNvSpPr txBox="1"/>
          <ns0:nvPr/>
        </ns0:nvSpPr>
        <ns0:spPr>
          <ns1:xfrm>
            <ns1:off x="7706563" y="3017520"/>
            <ns1:ext cx="3705149" cy="3657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1400" b="1" dirty="0">
                <ns1:solidFill>
                  <ns1:srgbClr val="0B2545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Then</ns1:t>
            </ns1:r>
            <ns1:endParaRPr lang="en-US" sz="1400" dirty="0"/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7706563" y="3429000"/>
            <ns1:ext cx="3705149" cy="2514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marL="177800" indent="-177800">
              <ns1:spcAft>
                <ns1:spcPts val="700"/>
              </ns1:spcAft>
              <ns1:buSzPct val="100000"/>
              <ns1:buChar char="•"/>
            </ns1:pPr>
            <ns1:r>
              <ns1:rPr lang="en-US" sz="125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09:00 tomorrow: two delegates present Q2 and Q4 at the whiteboard.</ns1:t>
            </ns1:r>
            <ns1:endParaRPr lang="en-US" sz="1250" dirty="0"/>
          </ns1:p>
          <ns1:p>
            <ns1:pPr marL="177800" indent="-177800">
              <ns1:spcAft>
                <ns1:spcPts val="700"/>
              </ns1:spcAft>
              <ns1:buSzPct val="100000"/>
              <ns1:buChar char="•"/>
            </ns1:pPr>
            <ns1:r>
              <ns1:rPr lang="en-US" sz="125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We write the first widget test live from their answers.</ns1:t>
            </ns1:r>
            <ns1:endParaRPr lang="en-US" sz="1250" dirty="0"/>
          </ns1:p>
          <ns1:p>
            <ns1:pPr marL="177800" indent="-177800">
              <ns1:spcAft>
                <ns1:spcPts val="700"/>
              </ns1:spcAft>
              <ns1:buSzPct val="100000"/>
              <ns1:buChar char="•"/>
            </ns1:pPr>
            <ns1:r>
              <ns1:rPr lang="en-US" sz="1250" dirty="0">
                <ns1:solidFill>
                  <ns1:srgbClr val="1F293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Tomorrow the afternoon is all release.</ns1:t>
            </ns1:r>
            <ns1:endParaRPr lang="en-US" sz="1250" dirty="0"/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548640" y="6473952"/>
            <ns1:ext cx="9994392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9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MO Integrations · Flutter Training · Day 4 - Data, APIs &amp; Navigation</ns1:t>
            </ns1:r>
            <ns1:endParaRPr lang="en-US" sz="900" dirty="0"/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10543032" y="6473952"/>
            <ns1:ext cx="1097280" cy="2743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algn="r" indent="0" marL="0">
              <ns1:buNone/>
            </ns1:pPr>
            <ns1:r>
              <ns1:rPr lang="en-US" sz="900" dirty="0">
                <ns1:solidFill>
                  <ns1:srgbClr val="5B6773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33</ns1:t>
            </ns1:r>
            <ns1:endParaRPr lang="en-US" sz="900" dirty="0"/>
          </ns1:p>
        </ns0:txBody>
      </ns0:sp>
    </ns0:spTree>
  </ns0:cSld>
  <ns0:clrMapOvr>
    <ns1:masterClrMapping/>
  </ns0:clrMapOvr>
</ns0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371600"/>
            <a:ext cx="4572000" cy="4572000"/>
          </a:xfrm>
          <a:prstGeom prst="ellipse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recap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go_router: routes as data, nested paths, path/query params, redirect guards, StatefulShellRoute tabs, deep links via intent filter.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for "the app is now at X", push for "look, then come back"; ids in paths, not objects.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dio: one provided client, timeouts, interceptors, DioException mapped to messages; base URL from --dart-define.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by hand once, then json_serializable + build_runner (always --delete-conflicting-outputs).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shared_preferences loaded before runApp and provided; sqflite with version/onCreate/onUpgrade behind a repository; AsyncNotifier + invalidateSelf.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now runs end to end and persists across restarts.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589520" y="1554480"/>
            <a:ext cx="4023360" cy="3840480"/>
          </a:xfrm>
          <a:prstGeom prst="roundRect">
            <a:avLst>
              <a:gd name="adj" fmla="val 2381"/>
            </a:avLst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8181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210312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Testing: unit, widget, integration; mocktail; ProviderScope overrides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flavours + BrandTheme from --dart-define: one artefact, many brands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Signing, App Bundle, Play Console; iOS from the Mac + Codemagic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with GitHub Actions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Accessibility, lints, and the project clinic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A2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reference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Mock API server   B · Lab 4.1 solution   C · Supabase Edge Function   D · Lab 4.2 imports   E · Lab 4.3 screens + in-memory repo   F · Troubleshooting   G · Links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tool/mock_server.dart - the classroom quote API 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tool/mock_server.dart (dart:io only)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tool/mock_server.dart - zero-dependency quote API, runs on every machine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'dart:convert';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'dart:io';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Future&lt;void&gt; main() async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server = await HttpServer.bind(InternetAddress.anyIPv4, 8080);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print('Quote API on http://localhost:8080  (emulator: http://10.0.2.2:8080)');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for (final req in server)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(req.method == 'POST' &amp;&amp; req.uri.path == '/quote')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body = jsonDecode(await utf8.decoder.bind(req).join()) as Map&lt;String, dynamic&gt;;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year = body['year'] as int;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age = body['driverAge'] as int;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final cover = body['cover'] as String;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await Future.delayed(const Duration(milliseconds: 800));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(year &lt; 2000)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_json(req, 422, {'message': 'Vehicle too old to insure'});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var p = 1000.0;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(age &lt; 25) p *= 1.5;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(year &lt; 2015) p *= 1.2;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tool/mock_server.dart - the classroom quote API 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tool/mock_server.dart (dart:io only)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 *= {'thirdParty': 0.6, 'thirdPartyFireTheft': 0.8, 'comprehensive': 1.0}[cover] ?? 1.0;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_json(req, 200,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'id': 'q-${DateTime.now().millisecondsSinceEpoch}',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'premium': (p * 100).round() / 100,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'currency': 'ZAR',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'breakdown_lines': ['Base 1000', if (age &lt; 25) 'Young driver x1.5', if (year &lt; 2015) 'Older vehicle x1.2'],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_json(req, 404, {'message': 'Not found'});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_json(HttpRequest req, int status, Object body)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req.response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..statusCode = status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..headers.contentType = ContentType.json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..write(jsonEncode(body))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..close();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run tool/mock_server.dart · POST /quote · 422 for year &lt; 2000 · 800 ms simulated latency.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Lab 4.1 solution - OnboardingScreen and ResultScreen  (1/3)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lab-4-1-solution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OnboardingScreen extends ConsumerWidget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OnboardingScreen({super.key});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context, WidgetRef ref)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brand = ref.watch(brandProvider);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cs = Theme.of(context).colorScheme;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Scaffold(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body: SafeArea(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child: Padding(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padding: const EdgeInsets.all(24),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child: Column(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mainAxisAlignment: MainAxisAlignment.center,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crossAxisAlignment: CrossAxisAlignment.stretch,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children: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Icon(Icons.shield, size: 96, color: cs.primary),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const SizedBox(height: 24),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Text('Welcome to ${brand.name}', textAlign: TextAlign.center,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style: Theme.of(context).textTheme.headlineMedium),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const SizedBox(height: 8),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Text('A motor quote in under a minute.', textAlign: TextAlign.center),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const Spacer(),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FilledButton(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onPressed: () async {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Lab 4.1 solution - OnboardingScreen and ResultScreen  (2/3)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lab-4-1-solution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await ref.read(onboardedProvider.notifier).complete();   // redirect → /quote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child: const Text('Get started'),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],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ResultScreen extends ConsumerWidget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ResultScreen({super.key, required this.id});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id;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Lab 4.1 solution - OnboardingScreen and ResultScreen  (3/3)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lab-4-1-solution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context, WidgetRef ref)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state = ref.watch(quoteProvider);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quote = switch (state) { QuoteLoaded(:final quote) when quote.id == id =&gt; quote, _ =&gt; null };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Scaffold(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appBar: AppBar(title: const Text('Your quote')),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body: quote == null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? const Center(child: Text('Quote not found'))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Padding(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padding: const EdgeInsets.all(16),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child: Column(crossAxisAlignment: CrossAxisAlignment.stretch, children: [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PremiumCard(quote: quote),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SizedBox(height: 16),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FilledButton.icon(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icon: const Icon(Icons.bookmark_add_outlined),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label: const Text('Save quote'),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onPressed: () async 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await ref.read(savedQuotesProvider.notifier).add(quote);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if (!context.mounted) return;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ScaffoldMessenger.of(context).showSnackBar(const SnackBar(content: Text('Saved')));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context.go('/saved');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},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OutlinedButton(onPressed: () =&gt; context.pop(), child: const Text('Back')),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]),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),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Optional hosted API - Supabase Edge Function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supabase/functions/quote/index.ts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OPTIONAL hosted version: supabase/functions/quote/index.ts  (Deno)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Deno.serve(async (req) =&gt;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(req.method !== 'POST') return new Response('Not found', { status: 404 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year, driverAge, cover } = await req.json();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(year &lt; 2000)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Response.json({ message: 'Vehicle too old to insure' }, { status: 422 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p = 1000;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(driverAge &lt; 25) p *= 1.5;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(year &lt; 2015) p *= 1.2;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 *= { thirdParty: 0.6, thirdPartyFireTheft: 0.8, comprehensive: 1.0 }[cover] ?? 1.0;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Response.json({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`q-${Date.now()}`, premium: Math.round(p * 100) / 100, currency: 'ZAR',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breakdown_lines: ['Base 1000'],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deploy (needs supabase CLI + login); --no-verify-jwt makes it public for the classroom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functions deploy quote --no-verify-jwt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URL: https://&lt;project-ref&gt;.supabase.co/functions/v1/quote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run --dart-define=API_URL=https://&lt;project-ref&gt;.supabase.co/functions/v1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you want a public https URL. Deploy from the Mac; pass the URL with --dart-define=API_URL.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Lab 4.2 - imports used across Day 4 files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'package:dio/dio.dart';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'package:flutter/material.dart';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'package:flutter_riverpod/flutter_riverpod.dart';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'package:go_router/go_router.dart';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'package:shared_preferences/shared_preferences.dart';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'package:sqflite/sqflite.dart';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'package:path/path.dart' as p;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'package:quote_app/core/network/dio_client.dart';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'package:quote_app/core/routing/router.dart';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'package:quote_app/core/storage/database.dart';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'package:quote_app/core/storage/prefs_providers.dart';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'package:quote_app/core/theme/brand_provider.dart';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'package:quote_app/features/quote/data/dio_quote_service.dart';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'package:quote_app/features/quote/data/quote_repository.dart';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'package:quote_app/features/quote/presentation/quote_providers.dart';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Lab 4.3 solution - SavedQuotesScreen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features/quote/presentation/saved_quotes_screen.dart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SavedQuotesScreen extends ConsumerWidget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SavedQuotesScreen({super.key});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context, WidgetRef ref)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 saved = ref.watch(savedQuotesProvider);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Scaffold(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appBar: AppBar(title: const Text('Saved quotes')),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body: RefreshIndicator(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onRefresh: () =&gt; ref.refresh(savedQuotesProvider.future),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child: saved.when(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data: (quotes) =&gt; SavedQuotesList(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quotes: quotes,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onDelete: (q) =&gt; ref.read(savedQuotesProvider.notifier).remove(q.id),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loading: () =&gt; const Center(child: CircularProgressIndicator()),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error: (e, _) =&gt; Center(child: Text('Could not load: $e')),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In-memory repository (Chrome fallback and unit tests)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77272" y="13807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3C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features/quote/data/in_memory_quote_repository.dart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35608"/>
            <a:ext cx="10817352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InMemoryQuoteRepository implements QuoteRepository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_items = &lt;String, Quote&gt;{};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Future&lt;List&lt;Quote&gt;&gt; loadAll() async =&gt; _items.values.toList();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Future&lt;Quote?&gt; byId(String id) async =&gt; _items[id];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save(Quote quote) async =&gt; _items[quote.id] = quote;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Future&lt;void&gt; delete(String id) async =&gt; _items.remove(id);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main.dart (Chrome fallback): skip openQuoteDb and override the repository instead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overrides: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sharedPrefsProvider.overrideWithValue(prefs),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quoteRepositoryProvider.overrideWithValue(InMemoryQuoteRepository()),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Troubleshooting: symptom → fix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771168"/>
                <a:gridCol w="3105668"/>
                <a:gridCol w="42148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"Connection refused" from the app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Mock not running / wrong 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dart run tool/mock_server.dart; emulator uses 10.0.2.2, not localhost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"Cleartext HTTP traffic … not permitted"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blocks http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android:usesCleartextTraffic="true" on &lt;application&gt;; stop &amp; rerun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Windows: app cannot reach mock, curl works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 blocked dart.exe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Security → Firewall → Allow an app → dart.exe (private)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"redirect loop detected"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 returns a location already 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null when state.matchedLocation is the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GoRouter found in context"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above MaterialApp.router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Navigate from a screen's context or use ref.listen in a screen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link ignored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Manifest not rebuilt / meta-data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flutter_deeplinking_enabled; stop and flutter run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build_runner "conflicting outputs"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.g.dart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--delete-conflicting-outputs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"_$QuoteFromJson isn't defined"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 not run / part name mismatch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build_runner; part 'quote.g.dart' must match file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"MissingPluginException"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added, app only hot-reloaded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and flutter run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"UnimplementedError" on first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override missing in main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overrideWithValue for prefs /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sqflite fails in Chrome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Mobile-only plugin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InMemoryQuoteRepository override (Appendix 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shows every launch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mismatch / setBool not awaited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key in get and set; await the write; check with adb shell pm clear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list stale after 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invalidateSelf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ref.invalidateSelf() after writes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· Links used today</a:t>
            </a:r>
            <a:endParaRPr lang="en-US" sz="30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27502"/>
                <a:gridCol w="776417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 overview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docs.flutter.dev/ui/navigation  ·  docs.flutter.dev/ui/navigation/deep-linking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go_router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pub.dev/packages/go_router (README → documentation)  ·  docs.flutter.dev/ui/navigation/set-up-app-links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docs.flutter.dev/data-and-backend/networking  ·  pub.dev/packages/dio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docs.flutter.dev/data-and-backend/serialization/json  ·  pub.dev/packages/json_serializable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docs.flutter.dev/cookbook/persistence/key-value  ·  docs.flutter.dev/cookbook/persistence/sqlite  ·  pub.dev/packages/sqflite  ·  pub.dev/packages/drift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pub.dev/packages/flutter_secure_storage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Riverpod async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riverpod.dev/docs/essentials/side_effects  ·  riverpod.dev/docs/essentials/passing_args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 networking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developer.android.com/studio/run/emulator-networking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docs.flutter.dev/testing/overview  ·  docs.flutter.dev/cookbook/testing/widget/introduction  ·  riverpod.dev/docs/essentials/testing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repo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github.com/&lt;org&gt;/flutter-quote-app - branches lab-4-1-start … lab-4-3-solution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7395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Integrations · Flutter Training · Day 4 - Data, APIs &amp; Navigation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303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Flutter Day 4 - Data, APIs &amp; Navigation</dc:title>
  <dc:subject>MO Integrations Flutter Training</dc:subject>
  <dc:creator>MO Integrations</dc:creator>
  <cp:lastModifiedBy>MO Integrations</cp:lastModifiedBy>
  <cp:revision>1</cp:revision>
  <dcterms:created xsi:type="dcterms:W3CDTF">2026-09-06T15:57:32Z</dcterms:created>
  <dcterms:modified xsi:type="dcterms:W3CDTF">2026-09-06T15:57:32Z</dcterms:modified>
</cp:coreProperties>
</file>