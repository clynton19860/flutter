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notesMaster" Target="notesMasters/notesMaster1.xml" /><Relationship Id="rId61" Type="http://schemas.openxmlformats.org/officeDocument/2006/relationships/presProps" Target="presProps.xml" /><Relationship Id="rId62" Type="http://schemas.openxmlformats.org/officeDocument/2006/relationships/viewProps" Target="viewProps.xml" /><Relationship Id="rId63" Type="http://schemas.openxmlformats.org/officeDocument/2006/relationships/theme" Target="theme/theme1.xml" /><Relationship Id="rId6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bg>
      <ns0:bgPr>
        <ns1:solidFill>
          <ns1:srgbClr val="0B2545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9262872" y="-1463040"/>
            <ns1:ext cx="4754880" cy="4754880"/>
          </ns1:xfrm>
          <ns1:prstGeom prst="ellipse">
            <ns1:avLst/>
          </ns1:prstGeom>
          <ns1:solidFill>
            <ns1:srgbClr val="13315C"/>
          </ns1:solidFill>
          <ns1:ln w="12700">
            <ns1:solidFill>
              <ns1:srgbClr val="13315C"/>
            </ns1:solidFill>
            <ns1:prstDash val="solid"/>
          </ns1:ln>
        </ns0:spPr>
      </ns0:sp>
      <ns0:sp>
        <ns0:nvSpPr>
          <ns0:cNvPr id="3" name="Shape 1"/>
          <ns0:cNvSpPr/>
          <ns0:nvPr/>
        </ns0:nvSpPr>
        <ns0:spPr>
          <ns1:xfrm>
            <ns1:off x="10543032" y="4480560"/>
            <ns1:ext cx="3108960" cy="3108960"/>
          </ns1:xfrm>
          <ns1:prstGeom prst="ellipse">
            <ns1:avLst/>
          </ns1:prstGeom>
          <ns1:solidFill>
            <ns1:srgbClr val="C9A227"/>
          </ns1:solidFill>
          <ns1:ln w="12700">
            <ns1:solidFill>
              <ns1:srgbClr val="C9A227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548640" y="731520"/>
            <ns1:ext cx="731520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spc="400" kern="0" dirty="0">
                <ns1:solidFill>
                  <ns1:srgbClr val="E3C7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 INTEGRATIONS  ·  TECHNICAL TRAINING</ns1:t>
            </ns1:r>
            <ns1:endParaRPr lang="en-US" sz="1200" dirty="0"/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548640" y="1371600"/>
            <ns1:ext cx="822960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800" dirty="0">
                <ns1:solidFill>
                  <ns1:srgbClr val="D7DEE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Flutter Mobile Application Development · 5-Day Programme</ns1:t>
            </ns1:r>
            <ns1:endParaRPr lang="en-US" sz="1800" dirty="0"/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548640" y="2103120"/>
            <ns1:ext cx="8686800" cy="1463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48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Day 5</ns1:t>
            </ns1:r>
            <ns1:endParaRPr lang="en-US" sz="4800" dirty="0"/>
          </ns1:p>
          <ns1:p>
            <ns1:pPr indent="0" marL="0">
              <ns1:buNone/>
            </ns1:pPr>
            <ns1:r>
              <ns1:rPr lang="en-US" sz="48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Testing, CI/CD &amp; Shipping</ns1:t>
            </ns1:r>
            <ns1:endParaRPr lang="en-US" sz="4800" dirty="0"/>
          </ns1:p>
        </ns0:txBody>
      </ns0:sp>
      <ns0:sp>
        <ns0:nvSpPr>
          <ns0:cNvPr id="7" name="Text 5"/>
          <ns0:cNvSpPr txBox="1"/>
          <ns0:nvPr/>
        </ns0:nvSpPr>
        <ns0:spPr>
          <ns1:xfrm>
            <ns1:off x="548640" y="3657600"/>
            <ns1:ext cx="822960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dirty="0">
                <ns1:solidFill>
                  <ns1:srgbClr val="E3C7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Tests · Build flavours &amp; white-label · Signing &amp; store release · CI · Best practices &amp; project clinic</ns1:t>
            </ns1:r>
            <ns1:endParaRPr lang="en-US" sz="2000" dirty="0"/>
          </ns1:p>
        </ns0:txBody>
      </ns0:sp>
      <ns0:sp>
        <ns0:nvSpPr>
          <ns0:cNvPr id="8" name="Text 6"/>
          <ns0:cNvSpPr txBox="1"/>
          <ns0:nvPr/>
        </ns0:nvSpPr>
        <ns0:spPr>
          <ns1:xfrm>
            <ns1:off x="548640" y="5760720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AAB6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Testing, flavours, signing and the store  ·  Instructor: Clynton Botterill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09:00 - 10:30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debrief; first widget test live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calculator, notifier with mocktail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tests: finders, pump, overrides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 on device · Lab 5.1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0138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4458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445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50258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10:45 - 12:30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50258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Flavours &amp; white-label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64458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--dart-define-from-file per brand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product flavours, icons, names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schemes (Mac demo) · flavorizr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5.2 - two installable brands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05956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595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91756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13:15 - 14:45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191756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release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05956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Keystore, key.properties, signed AAB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Console + App Store walkthroughs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matrix; Codemagic for iOS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5.3 - signed bundle + green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3134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47454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4745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33254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15:00 - 16:00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33254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clinic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47454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Accessibility, lints, performance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structure, do's and don'ts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clinic against your insurance app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close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debrief: pump, pumpAndSettle, finders, overrides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pumpWidget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the tree and renders one frame.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pump([duration])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one frame, optionally after a fake-clock duration. Use for spinners and timed fakes.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pumpAndSettle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pump until no frames are scheduled. Hangs forever on an infinite animation (CircularProgressIndicator).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find.text, find.byType, find.byKey, find.widgetWithText(TextFormField, 'Year'). tester.tap(finder) then pump.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override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ProviderScope(overrides: [quoteServiceProvider.overrideWithValue(Fake())], child: …) - the API never runs in a widget test.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53949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544068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first test live now: "empty submit shows validation errors". The room dictates, you type.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 ·  09:20 - 10:30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Flutter applications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unit, widget and integration tests at the right layer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notifiers with mocktail and ProviderContainer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 forms and screens with finders and provider overrides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integration test on the emulator against the mock API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pyramid for the quote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Where each test type earns its keep in the quote app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Unit        calculatePremium, QuoteNotifier, repositories (in-memory), JSON mapping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ms per test · hundreds of them · run on every save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Widget      CaptureForm validation, PremiumCard rendering, SavedQuotesList empty state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~100 ms per test · dozens · run on every commit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Integration onboarding → quote → save on a real device with the real bootstrap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seconds per test · a handful · run in CI nightly / before release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Golden      pixel snapshots of PremiumCard per brand (matchesGoldenFile) - optional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Rule: test behaviour at the lowest layer that can observe it.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 not chase 100% widget coverage; do cover every pricing rule.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behaviour at the lowest layer that can observe it. Every pricing rule gets a unit test; every form gets a widget test; the happy path gets one integration test.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the pricing rules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test/premium_calculator_test.dart · terminal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test/premium_calculator_test.dart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'package:flutter_test/flutter_test.dart';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'package:quote_app/features/quote/domain/cover.dart';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'package:quote_app/features/quote/domain/premium_calculator.dart';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'package:quote_app/features/quote/domain/quote_request.dart';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base = QuoteRequest(make: 'VW', year: 2020, driverAge: 30, cover: Cover.comprehensive);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group('calculatePremium', 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test('base case is 1000', 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expect(calculatePremium(base), 1000.0);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test('young driver loads 50%', 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expect(calculatePremium(base.copyWith(driverAge: 22)), 1500.0);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the pricing rules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test/premium_calculator_test.dart · terminal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test('older vehicle and third party combine', 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expect(calculatePremium(base.copyWith(year: 2012, cover: Cover.thirdParty)), 720.0);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test('rounds to cents', 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p = calculatePremium(base.copyWith(cover: Cover.thirdPartyFireTheft));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expect(p, closeTo(800.0, 0.005));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(both OS)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test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test test/premium_calculator_test.dart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test --coverage        # writes coverage/lcov.info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group/test/expect from flutter_test (re-exports package:test). closeTo for doubles. flutter test --coverage writes lcov.info for CI.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tests with mocktail: control the service, assert the state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test/quote_notifier_test.dart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test/quote_notifier_test.dart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'package:flutter_riverpod/flutter_riverpod.dart';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'package:flutter_test/flutter_test.dart';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'package:mocktail/mocktail.dart';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MockQuoteService extends Mock implements QuoteService {}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FakeQuoteRequest extends Fake implements QuoteRequest {}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late MockQuoteService service;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late ProviderContainer container;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setUpAll(() =&gt; registerFallbackValue(FakeQuoteRequest()));   // needed for any()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tests with mocktail: control the service, assert the state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test/quote_notifier_test.dart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setUp(()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 = MockQuoteService();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 = ProviderContainer(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overrides: [quoteServiceProvider.overrideWithValue(service)],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addTearDown(container.dispose);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test('failure becomes QuoteFailed with the message', ()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when(() =&gt; service.getQuote(any())).thenThrow(QuoteException('Vehicle too old'));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container.read(quoteProvider.notifier).submit(request);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state = container.read(quoteProvider);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expect(state, isA&lt;QuoteFailed&gt;().having((s) =&gt; s.message, 'message', 'Vehicle too old'));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verify(() =&gt; service.getQuote(any())).called(1);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flutter pub add --dev mocktail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mocktail needs no code generation. registerFallbackValue is required once for any() on a custom type. isA&lt;T&gt;().having(...) makes the assertion readable.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tests: the capture form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test/capture_form_test.dart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test/capture_form_test.dart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'package:flutter/material.dart';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'package:flutter_test/flutter_test.dart';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wrap(Widget child) =&gt; MaterialApp(home: Scaffold(body: child));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testWidgets('empty submit shows validation errors', (tester)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tester.pumpWidget(wrap(CaptureForm(onSubmit: (_) {})));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tester.tap(find.text('Get quote'));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tester.pump();                                   // one frame: errors render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expect(find.text('Make is required'), findsOneWidget);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expect(find.text('Enter a 4-digit year'), findsOneWidget);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testWidgets('valid input calls onSubmit with a QuoteRequest', (tester)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QuoteRequest? submitted;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tester.pumpWidget(wrap(CaptureForm(onSubmit: (r) =&gt; submitted = r)));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tests: the capture form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test/capture_form_test.dart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tester.enterText(find.widgetWithText(TextFormField, 'Vehicle make'), 'VW');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tester.enterText(find.widgetWithText(TextFormField, 'Year'), '2020');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tester.tap(find.text('Select date'));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tester.pumpAndSettle();                          // date picker dialog opens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tester.tap(find.text('OK'));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tester.pumpAndSettle();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tester.tap(find.text('Get quote'));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expect(submitted, isNotNull);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expect(submitted!.make, 'VW');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MaterialApp + Scaffold (Material ancestors, localisations). enterText targets the field by its label; the date picker is driven by tapping OK.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 with Riverpod and a test router: override, drive, assert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test/capture_screen_test.dart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Widget test with Riverpod: override the service, drive the whole screen.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Day 4 CaptureScreen navigates on QuoteLoaded, so give it a small test router.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testWidgets('submit navigates to the result with a PremiumCard', (tester) async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SharedPreferences.setMockInitialValues({'onboarded': true});   // no platform channel in tests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router = GoRouter(routes: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GoRoute(path: '/', builder: (_, __) =&gt; const CaptureScreen()),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GoRoute(path: '/quote/result/:id', builder: (_, s) =&gt; ResultScreen(id: s.pathParameters['id']!)),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tester.pumpWidget(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ProviderScope(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overrides: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quoteServiceProvider.overrideWithValue(FakeQuoteService()),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sharedPrefsProvider.overrideWithValue(await SharedPreferences.getInstance()),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routerProvider.overrideWithValue(router),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MaterialApp.router(routerConfig: router),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 with Riverpod and a test router: override, drive, assert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test/capture_screen_test.dart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tester.enterText(find.widgetWithText(TextFormField, 'Vehicle make'), 'VW');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tester.enterText(find.widgetWithText(TextFormField, 'Year'), '2020');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…date…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tester.tap(find.text('Get quote'));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tester.pump();                                      // Loading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expect(find.byType(CircularProgressIndicator), findsOneWidget);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tester.pump(const Duration(seconds: 2));            // let the fake's delay elapse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tester.pumpAndSettle();                             // route transition (finite animation)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expect(find.byType(PremiumCard), findsOneWidget);         // now on ResultScreen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pumpAndSettle hangs while an infinite spinner is on screen - pump(duration) past it first.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pump(Duration) past the fake's delay, then pumpAndSettle for the route transition. setMockInitialValues provides prefs without a device; routerProvider is overridden with a two-route test router.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test: the real app on the emulator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integration_test/quote_flow_test.dart · terminal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--dev integration_test --sdk=flutter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integration_test/quote_flow_test.dart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'package:flutter_test/flutter_test.dart';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'package:integration_test/integration_test.dart';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'package:quote_app/main.dart' as app;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IntegrationTestWidgetsFlutterBinding.ensureInitialized();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testWidgets('onboarding → capture → result', (tester)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app.main();                                  // real bootstrap, real plugins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tester.pumpAndSettle();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(find.text('Get started').evaluate().isNotEmpty)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tester.tap(find.text('Get started'));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tester.pumpAndSettle();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test: the real app on the emulator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integration_test/quote_flow_test.dart · terminal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tester.enterText(find.widgetWithText(TextFormField, 'Vehicle make'), 'VW');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tester.enterText(find.widgetWithText(TextFormField, 'Year'), '2020');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tester.tap(find.text('Select date'));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tester.pumpAndSettle();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tester.tap(find.text('OK'));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tester.pumpAndSettle();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tester.tap(find.text('Get quote'));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tester.pump(const Duration(seconds: 3));            // API round trip (spinner on screen)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tester.pumpAndSettle();                             // route transition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expect(find.text('Your quote'), findsOneWidget);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on the emulator (both OS) - mock API must be running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test integration_test/quote_flow_test.dart -d emulator-5554 --dart-define=API_URL=http://10.0.2.2:8080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real main() with real plugins and the mock API. One per critical flow; minutes, not milliseconds. Device id from flutter devices.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read + 5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"An introduction to integration testing" - then decide what deserves 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docs.flutter.dev/testing/integration-tests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page, plus docs.flutter.dev/cookbook/testing/unit/mocking (about 10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integration_test add over flutter_test, and why must it run on a device?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 shows running on Firebase Test Lab - what would it cost us to run our one flow on 3 devices nightly?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mocking cookbook: why mock at the HTTP client level vs the service level? Which did we do and why?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three flows of the insurance app that deserve an integration test before the first production release.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the room for Q4 - write the flows on the whiteboard; they become the client's test plan.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answers Q3; instructor confirms with our DioQuoteService boundary.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Lab 5.1.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tests, all green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every pricing rule, a mocktail notifier test, two widget tests on the form, one integration test on the emulator; flutter test passes.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add --dev mocktail; flutter pub add --dev integration_test --sdk=flutter.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test/premium_calculator_test.dart: one test per rule (base, young driver, older vehicle, cover factors, rounding).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test/quote_notifier_test.dart: MockQuoteService; a success test and a failure test; verify getQuote called once.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test/capture_form_test.dart: validation errors on empty submit; valid input reaches onSubmit.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test/capture_screen_test.dart: ProviderScope overrides (fake service + mock prefs); spinner then PremiumCard using pump(Duration).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integration_test/quote_flow_test.dart: onboarding → quote → result on the emulator with the mock API running.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test --coverage; open the lcov summary (VS Code Coverage Gutters or genhtml).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"Day 5: tests".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 for PremiumCard per brand: matchesGoldenFile('premium_card_alpha.png'); generate with --update-goldens.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DioQuoteService with a dio HttpClientAdapter mock (http_mock_adapter package): 200, 422, timeout.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test for the redirect: build the router with onboarded=false and assert the initial route.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  ·  10:45 - 12:30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flavours &amp; theming at scale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brand and API URL from --dart-define-from-file per environment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Android product flavours with distinct ids, names and icons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iOS schemes and generate both with flutter_flavorizr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two brands of the same app side by side on one device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layers: build-time flavour, runtime brand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(flavour)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id, app name, icon, signing, store listing. Set in Gradle / Xcode. One artefact per brand.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defines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--dart-define-from-file: BRAND, API_URL, feature flags. Read via String.fromEnvironment (const, tree-shaken).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(BrandTheme)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colours, name, logo from the brands map keyed by BRAND. Unchanged since Day 2.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remote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BrandTheme values from an endpoint at startup for changes without a release.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store-visible identity is build-time; everything else is a value.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config/*.json · core/config/env.dart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config/alpha.json                       // config/beta.json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                                       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"BRAND": "alpha",                          "BRAND": "beta",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"API_URL": "https://api.alpha.example"     "API_URL": "https://api.beta.example"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          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flag instead of many --dart-define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run --flavor alpha --dart-define-from-file=config/alpha.json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build appbundle --flavor beta --dart-define-from-file=config/beta.json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lib/core/config/env.dart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Env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const brand = String.fromEnvironment('BRAND', defaultValue: 'alpha');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const apiUrl = String.fromEnvironment('API_URL', defaultValue: 'http://10.0.2.2:8080');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core/theme/brand_provider.dart - initial state now comes from the build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build() =&gt; ref.watch(sharedPrefsProvider).getString('brand') ?? Env.brand;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product flavours (Kotlin DSL)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android/app/build.gradle.kts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android/app/build.gradle.kts  (Flutter 3.29+ default; Groovy build.gradle on older projects)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namespace = "za.co.moint.quote_app"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defaultConfig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applicationId = "za.co.moint.quote_app"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minSdk = flutter.minSdkVersion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targetSdk = flutter.targetSdkVersion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flavorDimensions += "brand"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productFlavors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create("alpha")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dimension = "brand"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applicationIdSuffix = ".alpha"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resValue("string", "app_name", "Alpha Insure")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create("beta")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dimension = "brand"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applicationIdSuffix = ".beta"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resValue("string", "app_name", "Beta Cover")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AndroidManifest.xml: android:label="@string/app_name"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Per-flavour icons: android/app/src/alpha/res/mipmap-*/ic_launcher.png (and src/beta/…)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keeps both brands installable side by side. app_name resValue feeds the manifest label. Groovy version for older projects: next slide.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Groovy variant, run commands, and 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android/app/build.gradle (Groovy) · terminal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android/app/build.gradle (Groovy - older projects)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flavorDimensions "brand"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productFlavors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alpha { dimension "brand"; applicationIdSuffix ".alpha"; resValue "string", "app_name", "Alpha Insure"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beta  { dimension "brand"; applicationIdSuffix ".beta";  resValue "string", "app_name", "Beta Cover"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/ build a flavour (both OS)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run --flavor alpha --dart-define-from-file=config/alpha.json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build apk --flavor beta --dart-define-from-file=config/beta.json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iOS flavours = Xcode schemes + configurations (Friday Mac demo); or use flutter_flavorizr to generate both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flavours are Xcode schemes + build configurations named after the flavour; Flutter maps --flavor to the scheme. Mac-only to configure; flavorizr does it for you.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flutter_flavorizr: generate Android + iOS flavours from one YAML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· terminal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flutter_flavorizr generates Android flavours, iOS schemes, icons and main_&lt;flavor&gt;.dart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--dev flutter_flavorizr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pubspec.yaml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flavorizr: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flavors: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alpha: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"Alpha Insure"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android: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applicationId: "za.co.moint.quote_app.alpha"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icon: "assets/brands/alpha_icon.png"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ios: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bundleId: "za.co.moint.quoteApp.alpha"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icon: "assets/brands/alpha_icon.png"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beta: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"Beta Cover"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android: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applicationId: "za.co.moint.quote_app.beta"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icon: "assets/brands/beta_icon.png"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ios: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bundleId: "za.co.moint.quoteApp.beta"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icon: "assets/brands/beta_icon.png"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flutter_flavorizr        # regenerates native config - commit before running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Gradle flavours, Xcode schemes/configs, icons and lib/main_&lt;flavor&gt;.dart entry points. Commit first; it rewrites native files.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installable brands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and Beta are two apps on the emulator with different ids, names, icons and themes, built from one codebase with --flavor and a config file.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config/alpha.json and config/beta.json (BRAND, API_URL). Add core/config/env.dart; BrandKeyNotifier.build falls back to Env.brand.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flavour block to android/app/build.gradle.kts (or Groovy). Set android:label="@string/app_name" in the manifest.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run --flavor alpha --dart-define-from-file=config/alpha.json. Then in a second terminal (or after stopping) the same for beta. Both icons appear in the launcher; both open with their own theme.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add --dev flutter_launcher_icons; one config per flavour; dart run flutter_launcher_icons -f flutter_launcher_icons-alpha.yaml (and beta). Rebuild; icons differ.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brand: config/gamma.json + Gradle flavour + brands map entry. Count the files touched (should be 3 + icons).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runtime brand toggle from release builds: if (kDebugMode) around the AppBar action.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"Day 5: flavours".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flutter_flavorizr on the Mac (instructor machine) to generate iOS schemes; pull and inspect ios/Runner.xcodeproj changes.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flutter_native_splash per brand with the brand colour.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flag in the JSON (e.g. "SHOW_BREAKDOWN": "true") read via bool.fromEnvironment and used in PremiumCard.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 ·  13:15 - 14:45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signing &amp; store release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upload keystore and sign release builds without committing secrets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signed App Bundle per brand with obfuscation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Play Console and App Store Connect first-release checklists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and builds in GitHub Actions; build iOS with Codemagic from a Windows-authored repo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upload keystore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keystore per company (not per app). Back it up somewhere safe; losing it with Play App Signing is recoverable, without it is not.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· zsh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31636" y="18745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1636" y="1874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PowerShell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408676" cy="3227832"/>
          </a:xfrm>
          <a:prstGeom prst="roundRect">
            <a:avLst>
              <a:gd name="adj" fmla="val 226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68296"/>
            <a:ext cx="513435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(zsh) - keytool ships with the JDK bundled in Android Studio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keytool -genkey -v -keystore ~/upload-keystore.jks -keyalg RSA -keysize 2048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-validity 10000 -alias upload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keytool is not on PATH: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/Applications/Android\ Studio.app/Contents/jbr/Contents/Home/bin/keytool -genkey 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2258568"/>
            <a:ext cx="5408676" cy="3227832"/>
          </a:xfrm>
          <a:prstGeom prst="roundRect">
            <a:avLst>
              <a:gd name="adj" fmla="val 226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8796" y="2368296"/>
            <a:ext cx="513435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(PowerShell)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keytool -genkey -v -keystore $env:USERPROFILE\upload-keystore.jks -keyalg RSA -keysize 2048 `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-validity 10000 -alias upload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keytool is not on PATH: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"C:\Program Files\Android\Android Studio\jbr\bin\keytool.exe" -genkey -v `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-keystore $env:USERPROFILE\upload-keystore.jks -keyalg RSA -keysize 2048 -validity 10000 -alias 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5650992"/>
            <a:ext cx="10817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keytool prompts for passwords and a Distinguished Name (use the company name). Keep the .jks OUTSIDE the repo. Play App Signing means Google holds the final signing key and this is only your upload key.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key.properties and the release signing config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android/key.properties · android/app/build.gradle.kts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android/key.properties  - NEVER commit; add to .gitignore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storePassword=&lt;store password&gt;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keyPassword=&lt;key password&gt;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keyAlias=upload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storeFile=/Users/clynton/upload-keystore.jks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Windows: storeFile=C:\\Users\\&lt;name&gt;\\upload-keystore.jks   (double backslashes)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android/app/build.gradle.kts - load key.properties and sign release builds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java.util.Properties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java.io.FileInputStream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keystoreProperties = Properties()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keystorePropertiesFile = rootProject.file("key.properties")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(keystorePropertiesFile.exists())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keystoreProperties.load(FileInputStream(keystorePropertiesFile))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key.properties and the release signing config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android/key.properties · android/app/build.gradle.kts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signingConfigs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create("release")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keyAlias = keystoreProperties["keyAlias"] as String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keyPassword = keystoreProperties["keyPassword"] as String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storeFile = keystoreProperties["storeFile"]?.let { file(it)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storePassword = keystoreProperties["storePassword"] as String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buildTypes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release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signingConfig = signingConfigs.getByName("release")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isMinifyEnabled = 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isShrinkResources = 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proguardFiles(getDefaultProguardFile("proguard-android-optimize.txt"), "proguard-rules.pro")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key.properties is git-ignored; CI recreates it from secrets. Minify + shrink on release; proguard-rules.pro for any reflection-based packages.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signed App Bundle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(both OS)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Signed App Bundle per brand (both OS)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build appbundle --flavor alpha --dart-define-from-file=config/alpha.json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--obfuscate --split-debug-info=build/symbols/alpha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build/app/outputs/bundle/alphaRelease/app-alpha-release.aab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APK for sideloading / testers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build apk --flavor alpha --dart-define-from-file=config/alpha.json --split-per-abi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the signature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macOS: $ANDROID_HOME/build-tools/&lt;ver&gt;/apksigner verify --print-certs app.apk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Win:   &amp; "$env:LOCALAPPDATA\Android\Sdk\build-tools\&lt;ver&gt;\apksigner.bat" verify --print-certs app.apk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Version: pubspec.yaml  version: 1.0.0+1   (name + build number; bump +N every upload)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build appbundle --build-name=1.0.1 --build-number=2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appbundle for the store, apk for testers. --obfuscate + --split-debug-info keeps symbols for crash de-obfuscation (upload build/symbols to Crashlytics/Sentry). Bump the build number every upload.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and splash screens without opening the native projects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flutter_launcher_icons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every density and the adaptive icon from one 1024×1024 PNG; per-flavour config files.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flutter_native_splash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Android 12+ splash and iOS launch storyboard from a colour + image.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brand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 each; run with -f. Commit the generated resources.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assets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needed separately: 512×512 icon and 1024×500 feature graphic (Play), screenshots per device class (both).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· pubspec.yaml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 icons and splash without opening Xcode / Android Studio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--dev flutter_launcher_icons flutter_native_splash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pubspec.yaml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flutter_launcher_icons: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 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ios: 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image_path: "assets/brands/alpha_icon.png"      # 1024×1024 PNG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adaptive_icon_background: "#0B2545"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adaptive_icon_foreground: "assets/brands/alpha_fg.png"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flutter_native_splash: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"#0B2545"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assets/brands/alpha_logo.png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android_12: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"#0B2545"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flutter_launcher_icons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flutter_native_splash:create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 brand: keep one config file per flavour, e.g. flutter_launcher_icons-alpha.yaml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flutter_launcher_icons -f flutter_launcher_icons-alpha.yaml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Console: first release checklist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665500"/>
                <a:gridCol w="5545836"/>
                <a:gridCol w="48803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Gotchas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app: name, language, app/game, free/paid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cannot become paid later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tasks: privacy policy URL, app access, ads, content rating, target audience, data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→ declare "financial features"; data safety must match what the app collects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listing: descriptions, icon 512², feature graphic 1024×500, 2-8 screenshots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per brand - take them from the flavour builds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testing → create release → upload .aab → release notes → testers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within minutes; up to 100 testers by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App Signing: accept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holds the signing key; you keep the upload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Promote: internal → closed → open → production; staged rollout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review: hours to a few days for new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update: bump versionCode, new release,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package name forever; suffix per brand = separate listing per 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Connect: first release checklist (Mac demo)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665500"/>
                <a:gridCol w="5545836"/>
                <a:gridCol w="48803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Gotchas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Developer Program: enrol as an organisation (D-U-N-S number)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weeks; start now for the real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ID + capabilities; signing: let Xcode manage automatically (or Codemagic)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Provisioning profile per bundle id = per 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Connect → New App: name, bundle id, SKU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must be unique on the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Build: flutter build ipa → Xcode Organizer → Distribute → App Store 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only; or Codemagic from a Git 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TestFlight: internal testers immediately; external testers after a short beta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10-30 min after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Privacy questionnaire, age rating, category Finance, screenshots 6.7" + 6.5", review notes with demo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purpose strings (camera, location) in Info.plist = instant rejection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for review; answer in Resolution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Typically 24-72 h; resubmits are faster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test, then build both brands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.github/workflows/ci.yml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.github/workflows/ci.yml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 { branches: [main]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subosito/flutter-action@v2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channel: stable, cache: true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flutter pub get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dart format --output=none --set-exit-if-changed 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flutter analyze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flutter test --coverage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actions/upload-artifact@v4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name: coverage, path: coverage/lcov.info 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test, then build both brands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.github/workflows/ci.yml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build-android: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test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matrix: { flavor: [alpha, beta]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actions/setup-java@v4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distribution: temurin, java-version: '17'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subosito/flutter-action@v2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channel: stable, cache: true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flutter pub get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Decode keystore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echo "${{ secrets.UPLOAD_KEYSTORE_B64 }}" | base64 -d &gt; android/app/upload-keystore.jks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Write key.properties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cat &gt; android/key.properties &lt;&lt;EOF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storePassword=${{ secrets.STORE_PASSWORD }}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keyPassword=${{ secrets.KEY_PASSWORD }}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keyAlias=upload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storeFile=upload-keystore.jks     # relative to android/app/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EOF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flutter build appbundle --flavor ${{ matrix.flavor }} --dart-define-from-file=config/${{ matrix.flavor }}.json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actions/upload-artifact@v4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aab-${{ matrix.flavor }}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build/app/outputs/bundle/${{ matrix.flavor }}Release/*.aab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jobs: test gate, then a matrix over flavours that rebuilds key.properties from secrets and uploads the AABs as artefacts. Secrets encoded on the next slide.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 keystore for CI secrets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enter the repo: the .jks is base64 in a GitHub secret, passwords are separate secrets, and the workflow rebuilds key.properties at run 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· zsh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31636" y="18745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1636" y="1874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PowerShell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408676" cy="3227832"/>
          </a:xfrm>
          <a:prstGeom prst="roundRect">
            <a:avLst>
              <a:gd name="adj" fmla="val 226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68296"/>
            <a:ext cx="513435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Encode the keystore for a CI secret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base64 -i ~/upload-keystore.jks | pbcopy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2258568"/>
            <a:ext cx="5408676" cy="3227832"/>
          </a:xfrm>
          <a:prstGeom prst="roundRect">
            <a:avLst>
              <a:gd name="adj" fmla="val 226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8796" y="2368296"/>
            <a:ext cx="513435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(PowerShell)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[Convert]::ToBase64String(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[IO.File]::ReadAllBytes("$env:USERPROFILE\upload-keystore.jks")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| Set-Clipboard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 → repo → Settings → Secrets and variables → Actions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New repository secret: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UPLOAD_KEYSTORE_B64   (paste clipboard)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STORE_PASSWORD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KEY_PASSWORD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5650992"/>
            <a:ext cx="10817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secrets if a keystore is ever committed by mistake - git history keeps it forever; treat it as compromised.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Codemagic: iOS from a Windows-authored repo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codemagic.yaml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codemagic.yaml - iOS and Android from one Windows-authored repo (macOS runner in the cloud)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ios-alpha: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iOS Alpha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instance_type: mac_mini_m2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flutter: stable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xcode: latest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groups: [app_store_credentials]        # App Store Connect API key stored in Codemagic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BUNDLE_ID: za.co.moint.quoteApp.alpha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integrations: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app_store_connect: MO_ASC_KEY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scripts: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flutter pub get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flutter test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Codemagic: iOS from a Windows-authored repo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codemagic.yaml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Set up code signing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script: |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app-store-connect fetch-signing-files "$BUNDLE_ID" --type IOS_APP_STORE --create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xcode-project use-profiles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Build IPA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script: |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flutter build ipa --release --flavor alpha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--dart-define-from-file=config/alpha.json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--export-options-plist=/Users/builder/export_options.plist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artifacts: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build/ios/ipa/*.ipa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publishing: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app_store_connect: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auth: integration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submit_to_testflight: true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macOS runner in the cloud fetches signing files from App Store Connect, builds the IPA and pushes to TestFlight on every push to main. The team never needs a local Mac for releases.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bundle and a green pipeline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alpha App Bundle built locally; key.properties and keystore ignored by git; a GitHub Actions run that tests and builds both brands.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upload keystore (Windows column). Write android/key.properties. Add key.properties and *.jks to .gitignore; git status shows neither.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signing block to build.gradle.kts (or Groovy). flutter build appbundle --flavor alpha --dart-define-from-file=config/alpha.json --obfuscate --split-debug-info=build/symbols/alpha.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apksigner (or install the release APK from flutter build apk --flavor alpha on the emulator and open it).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repo to GitHub (your own fork). Add .github/workflows/ci.yml from the slide.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 keystore; add the three secrets. Push; watch Actions: test job green, build matrix green, two AAB artefacts.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version to 1.0.1+2 in pubspec; push; confirm the artefact name/version changed.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tag: git tag v1.0.1 &amp;&amp; git push --tags.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flutter_native_splash per brand and rebuild.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Play internal-testing upload step with r0adkll/upload-google-play (needs a service account JSON secret).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codemagic.yaml and connect the repo to a Codemagic account (free tier).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20  ·  15:00 - 16:00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project clinic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accessible UI: semantics, contrast, text scaling, touch targets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quality with lints, formatting and CI gates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performance checklist and the repo structure to start from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decisions made about your real insurance app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from day one: semantics, scaling, contrast, targets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· adb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Semantics - screen readers announce what you tell them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Semantics(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'Monthly premium ${quote.display}',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ExcludeSemantics(child: PremiumCard(quote: quote)),   // avoid double-reading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IconButton(icon: const Icon(Icons.swap_horiz), tooltip: 'Switch brand', onPressed: …)   // tooltip = label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Image.asset(brand.logoAsset, semanticLabel: '${brand.name} logo')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 scaling: never fix heights around text; test at 200%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MediaQuery(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MediaQuery.of(context).copyWith(textScaler: const TextScaler.linear(2.0)),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const CaptureScreen(),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Contrast: 4.5:1 body, 3:1 large text - check brand seeds with a contrast checker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Touch targets: 48×48 dp minimum (Material buttons already comply)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Focus order: Form fields in reading order; FocusTraversalGroup for custom layouts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hooks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flutter run → DevTools → "Show semantics" overlay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Android: TalkBack (Settings → Accessibility);  emulator: adb shell settings put secure enabled_accessibility_services com.google.android.marvin.talkback/.TalkBackService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Widget test:   expect(tester.getSemantics(find.byType(PremiumCard)).label, contains('premium'));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project requirement. Test with TalkBack on the emulator and at 200% text scale; assert semantics in widget tests.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Lints and formatting as CI gates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analysis_options.yaml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analysis_options.yaml - stricter than the default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include: package:flutter_lints/flutter.yaml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analyzer: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language: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strict-casts: true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strict-inference: true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strict-raw-types: true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use_build_context_synchronously: error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unawaited_futures: error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custom_lint            # riverpod_lint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linter: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prefer_const_constructors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prefer_const_declarations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avoid_print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always_declare_return_types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prefer_final_locals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unawaited_futures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use_build_context_synchronously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require_trailing_commas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sort_pub_dependencies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dart fix --apply   applies the mechanical ones project-wide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 catches implicit dynamic; two lints promoted to errors stop the classic async-context and unawaited bugs; riverpod_lint via custom_lint. CI runs dart format --set-exit-if-changed and flutter analyze.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checklist before release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Performance checklist before release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Run in profile mode:  flutter run --profile   (debug mode numbers are meaningless)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DevTools → Performance: look for frames over 16 ms (jank) and what built in them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Rebuild counts: DevTools → Inspector → "Track widget rebuilds"; fix with const, select, Extract Widget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Lists: ListView.builder + itemExtent/prototypeItem when rows are uniform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Images: cacheWidth/cacheHeight, cached_network_image, avoid Opacity over large subtrees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 RepaintBoundary around animating widgets that sit in static parents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 Isolates (compute) for JSON &gt; ~100 KB or any CPU-heavy loop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8. Impeller is the default renderer; shader jank is gone - if you see it, you are on an old SDK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9. Release size: flutter build apk --analyze-size --target-platform android-arm64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10. Startup: defer heavy init; do not await network in main()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mode only. Most Flutter jank is rebuild scope, list virtualisation or images - not the framework.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 to start the real project from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quote_app/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lib/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main.dart                  bootstrap only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app.dart                   MaterialApp.router + theme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core/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config/env.dart        dart-define access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network/dio_client.dart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routing/router.dart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storage/{database,prefs_providers}.dart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theme/{brand_theme,brand_provider}.dart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widgets/               shared UI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features/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onboarding/presentation/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quote/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domain/            models, calculator, state - no Flutter imports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data/              services, repositories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└── presentation/      screens, widgets, providers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test/                          mirrors lib/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integration_test/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config/{alpha,beta}.json       per-brand defines (no secrets)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android/  ios/                 flavours, signing (key.properties git-ignored)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.github/workflows/ci.yml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codemagic.yaml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Feature-first with a small core. domain/ has no Flutter imports. Everything git-ignored is listed in the appendix .gitignore.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 and don'ts: the code review checklist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theme roles, never Colors.* in widgets           - ids in routes, not objects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state = new value; copyWith                        - watch in build, read in callbacks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services behind interfaces + providers             - one FilledButton per screen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const everywhere the analyser suggests             - mounted check after every await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dispose controllers                                - pin package majors; commit pubspec.lock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DON'T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business logic in widgets or build()               - secrets in --dart-define or assets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print in production (use a logger)                 - pumpAndSettle with infinite spinners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shrinkWrap ListView for long lists                 - key.properties or keystores in git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catch-all `catch (e) {}` that swallows errors       - hot reload after adding a native plugin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it; pin it next to the PR template. Every line came up this week.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 read + 8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Flutter's "Best practices for accessibility" and "Performance best practices" - pick your top three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docs.flutter.dev/ui/accessibility-and-internationalization/accessibility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page; then docs.flutter.dev/perf/best-practices (about 12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three accessibility items would you enforce in code review for the insurance app, and how would you test each?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page lists things to avoid in build(); which one is most likely in our capture screen today?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"avoid Opacity" actually recommend instead, and why?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on either page you think is over-cautious for a form-heavy business app - and why.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writes their top three a11y items on a sticky note; cluster on the whiteboard; the top cluster becomes the client's definition of done.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answers Q2-Q3.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project clinic.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clinic: your insurance app on the whiteboard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Project clinic - questions to open with (write the client's answers on the board)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Brands: how many now, how many in 12 months, do they need separate store listings or one app with a picker?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Quote engine: on-device rules, API, or both (offline quote, online bind)? Who owns the pricing rules?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Auth: broker login? OTP? SSO with an existing identity provider?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Existing forms: Form.io schemas to reuse? → WebView + JS channel, or native rebuild?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Documents: policy PDFs to download/display/sign? Storage and encryption requirements?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 Offline: which screens must work without signal? Cache strategy?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 Compliance: POPIA/FSCA logging, audit trail of quote changes → ProviderObserver / event log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8. Release cadence: OTA patches (Shorebird) vs store releases; who owns the Apple account?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9. Team: who reviews Dart? Lint + CI gates from day one?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10. Testing: which flows must have integration tests before the first production release?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 against the real project. Write decisions on the board; photograph it; it becomes the first page of the project's ARCHITECTURE.md.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37160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close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Dart, async, first app.  Day 2: layout, forms, BrandTheme.  Day 3: Riverpod, sealed state, DI.  Day 4: go_router, dio, SQLite.  Day 5: tests, flavours, signing, CI, stores.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one app end to end and it is signed, tested and in a pipeline.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repo is your template: core + pipeline + lints; delete the quote feature and start.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habit: the official doc first, then the package README, then Stack Overflow - in that order.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for the insurance app is on the whiteboard photo.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and ship something to internal testing within two weeks while it is fresh.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181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21031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Riverpod: riverpod.dev/docs (code-gen next)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docs: docs.flutter.dev/get-started/fwe (Flutter for web/experienced devs)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Shorebird for OTA patches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Codemagic docs for iOS from CI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Community: flutter.dev/community, r/FlutterDev, Flutter Forward talks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A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reference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Test solutions   B · Flavour files   C · iOS release from the Mac   D · Groovy signing   E · CI extras   F · Form.io bridge   G · Troubleshooting   H · Links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Lab 5.1 - widget test with Riverpod overrides (full)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test/capture_screen_test.dart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Widget test with Riverpod: override the service, drive the whole screen.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Day 4 CaptureScreen navigates on QuoteLoaded, so give it a small test router.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testWidgets('submit navigates to the result with a PremiumCard', (tester) async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SharedPreferences.setMockInitialValues({'onboarded': true});   // no platform channel in tests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router = GoRouter(routes: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GoRoute(path: '/', builder: (_, __) =&gt; const CaptureScreen()),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GoRoute(path: '/quote/result/:id', builder: (_, s) =&gt; ResultScreen(id: s.pathParameters['id']!)),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tester.pumpWidget(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ProviderScope(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overrides: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quoteServiceProvider.overrideWithValue(FakeQuoteService()),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sharedPrefsProvider.overrideWithValue(await SharedPreferences.getInstance()),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routerProvider.overrideWithValue(router),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MaterialApp.router(routerConfig: router),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Lab 5.1 - widget test with Riverpod overrides (full)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test/capture_screen_test.dart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tester.enterText(find.widgetWithText(TextFormField, 'Vehicle make'), 'VW');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tester.enterText(find.widgetWithText(TextFormField, 'Year'), '2020');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…date…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tester.tap(find.text('Get quote'));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tester.pump();                                      // Loading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expect(find.byType(CircularProgressIndicator), findsOneWidget);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tester.pump(const Duration(seconds: 2));            // let the fake's delay elapse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tester.pumpAndSettle();                             // route transition (finite animation)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expect(find.byType(PremiumCard), findsOneWidget);         // now on ResultScreen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pumpAndSettle hangs while an infinite spinner is on screen - pump(duration) past it first.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Lab 5.2 - icons and splash per brand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· terminal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 icons and splash without opening Xcode / Android Studio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--dev flutter_launcher_icons flutter_native_splash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pubspec.yaml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flutter_launcher_icons: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android: 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ios: true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image_path: "assets/brands/alpha_icon.png"      # 1024×1024 PNG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adaptive_icon_background: "#0B2545"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adaptive_icon_foreground: "assets/brands/alpha_fg.png"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flutter_native_splash: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"#0B2545"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assets/brands/alpha_logo.png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android_12: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"#0B2545"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flutter_launcher_icons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flutter_native_splash:create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 brand: keep one config file per flavour, e.g. flutter_launcher_icons-alpha.yaml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flutter_launcher_icons -f flutter_launcher_icons-alpha.yaml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iOS release from the Mac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(macOS)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the Mac only (Windows cannot do this step)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ios/Runner.xcworkspace                 # set Team + Bundle ID under Signing &amp; Capabilities once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build ipa --release --flavor alpha --dart-define-from-file=config/alpha.json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build/ios/ipa/quote_app.ipa  and  build/ios/archive/Runner.xcarchive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Upload: Xcode → Window → Organizer → Distribute App → App Store Connect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the Transporter app (Mac App Store) - drag the .ipa in. (altool upload is deprecated.)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TestFlight processes in ~10-30 min, then testers get the build.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cannot run this. Codemagic or a GitHub Actions macos runner replaces it for the team.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Groovy signing block (older build.gradle)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android/app/build.gradle · .gitignore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android/app/build.gradle (Groovy)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keystoreProperties = new Properties()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keystorePropertiesFile = rootProject.file('key.properties')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(keystorePropertiesFile.exists())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keystoreProperties.load(new FileInputStream(keystorePropertiesFile))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signingConfigs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release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keyAlias keystoreProperties['keyAlias']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keyPassword keystoreProperties['keyPassword']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storeFile keystoreProperties['storeFile'] ? file(keystoreProperties['storeFile']) : null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storePassword keystoreProperties['storePassword']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Groovy signing block (older build.gradle)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android/app/build.gradle · .gitignore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buildTypes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release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signingConfig signingConfigs.release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minifyEnabled true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shrinkResources true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proguardFiles getDefaultProguardFile('proguard-android-optimize.txt'), 'proguard-rules.pro'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 additions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android/key.properties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*.jks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*.keystore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config/*.local.json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CI extras: emulator integration tests, Play upload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.github/workflows/ci.yml (additions)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Integration tests on an emulator in GitHub Actions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integration: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subosito/flutter-action@v2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channel: stable, cache: true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Enable KVM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echo 'KERNEL=="kvm", GROUP="kvm", MODE="0666", OPTIONS+="static_node=kvm"' | sudo tee /etc/udev/rules.d/99-kvm4all.rules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sudo udevadm control --reload-rules &amp;&amp; sudo udevadm trigger --name-match=kvm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reactivecircus/android-emulator-runner@v2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api-level: 34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arch: x86_64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script: |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dart run tool/mock_server.dart &amp;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flutter test integration_test --dart-define=API_URL=http://10.0.2.2:8080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Upload to Play internal testing (service account JSON in a secret)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r0adkll/upload-google-play@v1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serviceAccountJsonPlainText: ${{ secrets.PLAY_SERVICE_ACCOUNT_JSON }}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packageName: za.co.moint.quote_app.alpha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releaseFiles: build/app/outputs/bundle/alphaRelease/app-alpha-release.aab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track: internal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Form.io in a WebView with a JavaScript bridge (stretch)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(webview_flutter)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Stretch: render an existing Form.io form in a WebView and receive the submission in 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flutter pub add webview_flutter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 final WebViewController _ctrl;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initState()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super.initState();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_ctrl = WebViewController()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..setJavaScriptMode(JavaScriptMode.unrestricted)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..addJavaScriptChannel('FlutterBridge', onMessageReceived: (msg)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submission = jsonDecode(msg.message) as Map&lt;String, dynamic&gt;;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widget.onSubmitted(submission);                 // hand to a notifier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..loadHtmlString(_html);                          // or loadRequest(Uri.parse(formUrl))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inside the page's JS after Formio.createForm(...):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form.on('submit', s =&gt; FlutterBridge.postMessage(JSON.stringify(s.data)));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 build(BuildContext context) =&gt; WebViewWidget(controller: _ctrl);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Headless rules engine instead: flutter_js (QuickJS) to run the same JS pricing rules on-device.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existing Form.io forms unchanged and hands the submission JSON to Dart. flutter_js for a headless rules engine if pricing rules live in JS.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Troubleshooting: symptom → fix</a:t>
            </a:r>
            <a:endParaRPr lang="en-US" sz="3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771168"/>
                <a:gridCol w="3105668"/>
                <a:gridCol w="42148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pumpAndSettle times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animation on 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pump(Duration)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MaterialLocalizations found" in a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MaterialApp ancestor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widget under test in MaterialApp(home: Scaffold(...))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"registerFallbackValue"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any() on a custom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setUpAll(() =&gt; registerFallbackValue(FakeX()))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 must specify a --flavor"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Flavours 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--flavor alpha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 script compile error in build.gradle.kts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/ wrong DSL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KTS vs Groovy to the file; check braces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"Keystore file not found"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storeFile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path; Windows: C:\\Users\\... or forward slashes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app crashes, debug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Minify stripped a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keep rules to proguard-rules.pro; or isMinifyEnabled = false to confirm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CI: "flutter: command not found"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Missing/misordered flutter-action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subosito/flutter-action before any flutter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CI: Gradle Java version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JDK 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actions/setup-java@v4 with temurin 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Play: "version code already used"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+N uploaded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Bump version: x.y.z+N and rebuild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Store: "Missing Compliance"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ITSAppUsesNonExemptEncryption = false to Info.plist (if true, it is false for standard https)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TalkBack stuck on after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service left enabled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→ Accessibility → TalkBack off, or adb settings put secure enabled_accessibility_services ""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Links used today</a:t>
            </a:r>
            <a:endParaRPr lang="en-US" sz="3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77641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docs.flutter.dev/testing/overview  ·  docs.flutter.dev/cookbook/testing  ·  docs.flutter.dev/testing/integration-tests  ·  pub.dev/packages/mocktail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riverpod.dev/docs/essentials/testing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Flavours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docs.flutter.dev/deployment/flavors  ·  pub.dev/packages/flutter_flavorizr  ·  docs.flutter.dev/deployment/flavors-ios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dart-define-from-file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docs.flutter.dev/deployment/flavors (Configuring flavors) · flutter build --help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docs.flutter.dev/deployment/android  ·  developer.android.com/studio/publish/app-signing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docs.flutter.dev/deployment/ios  ·  developer.apple.com/app-store/review/guidelines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Console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play.google.com/console  ·  support.google.com/googleplay/android-developer/answer/9859152 (data safety)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docs.flutter.dev/deployment/cd  ·  github.com/subosito/flutter-action  ·  docs.codemagic.io/yaml-quick-start/building-a-flutter-app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Icons &amp; splash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pub.dev/packages/flutter_launcher_icons  ·  pub.dev/packages/flutter_native_splash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docs.flutter.dev/ui/accessibility-and-internationalization/accessibility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docs.flutter.dev/perf/best-practices  ·  docs.flutter.dev/tools/devtools/performance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dart.dev/tools/linter-rules  ·  pub.dev/packages/riverpod_lint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 &amp; Form.io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shorebird.dev  ·  pub.dev/packages/webview_flutter  ·  pub.dev/packages/flutter_js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repo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github.com/&lt;org&gt;/flutter-quote-app - branches lab-5-1-start … lab-5-3-solution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5 - Testing, CI/CD &amp; Shipping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Day 5 - Testing, CI/CD &amp; Shipping</dc:title>
  <dc:subject>MO Integrations Flutter Training</dc:subject>
  <dc:creator>MO Integrations</dc:creator>
  <cp:lastModifiedBy>MO Integrations</cp:lastModifiedBy>
  <cp:revision>1</cp:revision>
  <dcterms:created xsi:type="dcterms:W3CDTF">2026-09-06T15:57:32Z</dcterms:created>
  <dcterms:modified xsi:type="dcterms:W3CDTF">2026-09-06T15:57:32Z</dcterms:modified>
</cp:coreProperties>
</file>