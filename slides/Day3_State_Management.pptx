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notesMaster" Target="notesMasters/notesMaster1.xml" /><Relationship Id="rId49" Type="http://schemas.openxmlformats.org/officeDocument/2006/relationships/presProps" Target="presProps.xml" /><Relationship Id="rId50" Type="http://schemas.openxmlformats.org/officeDocument/2006/relationships/viewProps" Target="viewProps.xml" /><Relationship Id="rId51" Type="http://schemas.openxmlformats.org/officeDocument/2006/relationships/theme" Target="theme/theme1.xml" /><Relationship Id="rId5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1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463040"/>
            <a:ext cx="4754880" cy="475488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43032" y="4480560"/>
            <a:ext cx="3108960" cy="310896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 ·  TECHNICAL TRAINING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Mobile Application Development · 5-Day Programme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031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57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management · Riverpod in depth · Bloc awareness · The refactor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setState to a scalable pattern  ·  Instructor: Clynton Botterill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09:00 - 10:30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management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debrief: ephemeral vs app state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limits and prop drilling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InheritedWidget: the mechanism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ValueNotifier, ChangeNotifier, Provider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0138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64458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4458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50258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10:45 - 12:30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350258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in depth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64458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ProviderScope, Provider, Notifier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ref.watch / read / listen / select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injection: services as providers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3.1 - brand toggle → provider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31636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05956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5956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91756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13:15 - 14:30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191756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async + Bloc awareness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05956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AsyncNotifier, AsyncValue, FutureProvider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family, autoDispose, observers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Cubit and Bloc: when they earn their place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3 behaviours to know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73134" y="1371600"/>
            <a:ext cx="2567178" cy="4663440"/>
          </a:xfrm>
          <a:prstGeom prst="roundRect">
            <a:avLst>
              <a:gd name="adj" fmla="val 3562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47454" y="1600200"/>
            <a:ext cx="548640" cy="54864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47454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0033254" y="1645920"/>
            <a:ext cx="13784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14:45 - 16:00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033254" y="1874520"/>
            <a:ext cx="13784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refactor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347454" y="2560320"/>
            <a:ext cx="201853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3.2 - quote flow end-to-end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→ loading → loaded / failed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injected, UI dumb, logic tested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homework: go_router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debrief: what kind of state is 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(local) state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widget cares; nobody else reads it. Text field contents, whether a card is expanded, current tab index, animation progress. → setState.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(shared) state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or changed by more than one widget or screen. Current brand, the quote result, saved quotes, logged-in user. → a provider.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state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other state; never stored twice. BrandTheme from brand key; premium from request. → a derived Provider.</a:t>
            </a:r>
            <a:endParaRPr lang="en-US" sz="16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"Would a second screen need this?" If yes, it is app state. "Does it come from other state?" If yes, derive it.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5394960"/>
            <a:ext cx="11091672" cy="685800"/>
          </a:xfrm>
          <a:prstGeom prst="roundRect">
            <a:avLst>
              <a:gd name="adj" fmla="val 13333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5440680"/>
            <a:ext cx="10817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brand key is app state stored as ephemeral state. That mismatch is why we had to thread a callback through three widgets. Today's first lab fixes exactly that.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 ·  09:20 - 10:30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state management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breaks when app state lives in setState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InheritedWidget shares data down the tree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ValueNotifier, ChangeNotifier and Provider when you meet them in the wild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layer for a given piece of state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is fine - until two widgets need the same thing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rebuilds the subtree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widget that called it. Put app state in the root and every change rebuilds the whole app.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reached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another screen without passing the value AND a callback down every level in between: prop drilling.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cannot be tested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pumping a widget tree.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couples UI to logic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class ends up holding validation, network, persistence.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Lifting state up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first fix (React, Flutter alike) and where prop drilling starts.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app.dart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Day 2: brand lives in QuoteApp's State and is threaded down by hand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_QuoteAppState extends State&lt;QuoteApp&gt;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_brandKey = 'alpha';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=&gt; MaterialApp(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theme: brands[_brandKey]!.toThemeData(Brightness.light),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home: CaptureScreen(                       // 1. pass the value down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brand: brands[_brandKey]!,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onSwitchBrand: () =&gt; setState(() =&gt;      // 2. pass a callback down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_brandKey = _brandKey == 'alpha' ? 'beta' : 'alpha'),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Three screens deep, every widget in between must forward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`brand` and `onSwitchBrand` even if it never uses them.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That is prop drilling. setState also rebuilds the WHOLE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MaterialApp subtree - every screen - for a one-string change.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InheritedWidget: how Flutter shares data down the tree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widget that holds a value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lets any descendant look it up via context, in O(1).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use it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Theme.of(context), MediaQuery.of(context), Navigator.of(context), ScaffoldMessenger.of(context).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dependOnInheritedWidgetOfExactType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the caller as a dependent; when updateShouldNotify returns true, dependents rebuild.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lacks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change the value from below, lifecycle, dependency injection, testing without a tree. Every package on the next slides adds those.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brand_scope.dart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mechanism under Theme.of, MediaQuery.of, Provider and Riverpod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BrandScope extends InheritedWidget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BrandScope({super.key, required this.brand, required super.child});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BrandTheme brand;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BrandTheme of(BuildContext context) =&gt;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context.dependOnInheritedWidgetOfExactType&lt;BrandScope&gt;()!.brand;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updateShouldNotify(BrandScope old) =&gt; old.brand != brand;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Provide once, near the root: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BrandScope(brand: brands[_brandKey]!, child: MaterialApp(...))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anywhere below - the widget re-builds when brand changes: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 = BrandScope.of(context);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What it does NOT give you: a way to CHANGE the value, lifecycle,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dependency injection, or testing without a widget tree.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That is what Provider and Riverpod add.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ValueNotifier, ChangeNotifier, and Provider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ValueNotifier&lt;T&gt;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value + listeners. ValueListenableBuilder rebuilds on change. Great for a single toggle.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ChangeNotifier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with fields; call notifyListeners() after changes. Forget the call and nothing rebuilds - the classic bug.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package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a ChangeNotifier in an InheritedWidget; context.watch/read/select. Widely used; simple; mutable.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go one step further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is tied to BuildContext, throws ProviderNotFoundException at runtime, and models are mutable. Riverpod fixes all three.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Smallest possible "observable": ValueNotifier + ValueListenableBuilder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brandKey = ValueNotifier&lt;String&gt;('alpha');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ValueListenableBuilder&lt;String&gt;(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valueListenable: brandKey,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builder: (context, key, _) =&gt; Text(brands[key]!.name),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brandKey.value = 'beta';   // notifies listeners → builder re-runs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ChangeNotifier: same idea for an object with several fields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BrandModel extends ChangeNotifier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_key = 'alpha';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BrandTheme get brand =&gt; brands[_key]!;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toggle()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_key = _key == 'alpha' ? 'beta' : 'alpha';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notifyListeners();            // forget this → nothing rebuilds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read + 5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"Simple app state management" - and find the Provider gap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docs.flutter.dev/data-and-backend/state-mgmt/simple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page: "Our example", "Lifting state up", "Accessing the state", "ChangeNotifier", "ChangeNotifierProvider", "Consumer" (about 10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doc put the CartModel and why there? Map it to where our brand key should live.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Consumer and Provider.of(context, listen: false)? Which of our two uses (AppBar toggle, header rebuild) needs which?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 says "don't put ChangeNotifier in a widget's build". What goes wrong if you do?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thing the doc does not solve that you would need for the insurance app (hint: testing, services, async).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answers Q1+Q2, another Q3+Q4.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shows the Provider version of the brand toggle (Appendix A) for 60 seconds.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Riverpod, which answers Q4.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 ·  10:45 - 12:30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in depth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ProviderScope and write Provider and NotifierProvider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ref.watch, ref.read, ref.listen and select correctly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services through providers and swap them for fakes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brand toggle into a provider and delete the callbacks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one package, one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flutter_riverpod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the major version in pubspec (^3.0.0) so the whole team resolves the same API.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ProviderScope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app once. It owns every provider's state. Tests create their own ProviderScope/ProviderContainer with overrides.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riverpod_lint (optional)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watch-in-callback and read-in-build mistakes at analysis time. Worth adding on Day 5.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are global finals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at top level, but their STATE lives in the scope - globals in name only.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pubspec.yaml · main.dart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pubspec.yaml - pin the major version the course was built 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dependencies: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flutter_riverpod: ^3.0.0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terminal (same on macOS and Windows)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flutter_riverpod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flutter pub add --dev riverpod_lint custom_lint   # optional, recommended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analysis_options.yaml (optional lints)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analyzer: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custom_lint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runApp(const ProviderScope(child: QuoteApp()));   // one scope at the root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and Notifier: the two you need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Notifier&lt;T&gt;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with build() returning the initial state and methods that assign state = …. Every assignment notifies watchers.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NotifierProvider&lt;N, 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it. NotifierProvider(N.new) - the constructor tear-off.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Provider&lt;T&gt;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computed. Perfect for derived values and services.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providers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ref.watch inside a provider: brandProvider recomputes only when brandKeyProvider changes.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immutable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new value; never mutate the old one (lists: state = [...state, item]).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core/theme/brand_provider.dart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lib/core/theme/brand_provider.dart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'brand_theme.dart';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BrandKeyNotifier extends Notifier&lt;String&gt;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build() =&gt; 'alpha';                       // initial state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set(String key) =&gt; state = key;             // assign → listeners rebuild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toggle() =&gt; state = state == 'alpha' ? 'beta' : 'alpha';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brandKeyProvider =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NotifierProvider&lt;BrandKeyNotifier, String&gt;(BrandKeyNotifier.new);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Derived provider: recomputes only when brandKeyProvider changes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brandProvider = Provider&lt;BrandTheme&gt;((ref)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key = ref.watch(brandKeyProvider);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brands[key] ?? brands['alpha']!;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Consuming: ConsumerWidget and ref.watch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ConsumerWidget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StatelessWidget with a WidgetRef parameter in build.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ConsumerStatefulWidget / ConsumerState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also need controllers; ref is a field.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builder to rebuild only a sub-tree of a plain widget.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ref.watch(provider)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build: subscribe and rebuild when it changes.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ref.read(provider.notifier)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callbacks: get the notifier to call methods.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lib/app.dart - no State, no callbacks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QuoteApp extends ConsumerWidget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QuoteApp({super.key});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context, WidgetRef ref)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brand = ref.watch(brandProvider);         // rebuilds on brand change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MaterialApp(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brand.name,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theme: brand.toThemeData(Brightness.light),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darkTheme: brand.toThemeData(Brightness.dark),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themeMode: ThemeMode.system,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home: const CaptureScreen(),                  // takes nothing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Anywhere below, e.g. the AppBar action: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IconButton(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icon: const Icon(Icons.swap_horiz),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tooltip: 'Switch brand',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() =&gt; ref.read(brandKeyProvider.notifier).toggle(),  // read in callbacks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watch, read, listen, select - the rules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in build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always. It is how the widget subscribes.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 callbacks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onPressed, onSubmit, initState. Never in build - it does not subscribe, so the widget silently stops updating.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in build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side effects: snackbars, navigation, analytics. Does not rebuild.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only when one field changes. Use for expensive widgets.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watch in a callback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throws or leaks. riverpod_lint flags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ref.watch - in build(): subscribe; rebuild when the value changes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 = ref.watch(brandProvider);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ref.read - in callbacks: one-off read, no subscription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onPressed: () =&gt; ref.read(brandKeyProvider.notifier).toggle()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ref.listen - side effects (snackbar, navigation) on change, no rebuild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ref.listen&lt;QuoteState&gt;(quoteProvider, (prev, next)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(next is QuoteFailed)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ScaffoldMessenger.of(context).showSnackBar(SnackBar(content: Text(next.message)));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select - rebuild only when a sub-value changes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name = ref.watch(brandProvider.select((b) =&gt; b.name));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Rules: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watch in build, never in callbacks or initState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read in callbacks, never in build (it will not rebuild)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listen in build for side effects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injection: services are providers too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interface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QuoteService with a fake and (Day 4) a dio implementation.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Provider&lt;QuoteService&gt;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implementation. UI and notifiers ref.read it; nobody calls a constructor.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one place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4: return DioQuoteService(ref.watch(dioProvider)). No UI change.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tests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ProviderScope(overrides: [quoteServiceProvider.overrideWithValue(FakeQuoteService())]).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can depend on services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ref.watch(dioProvider) inside another provider - a DI graph without a container library.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quote_service.dart · quote_providers.dart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lib/features/quote/data/quote_service.dart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interface class QuoteService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Future&lt;Quote&gt; getQuote(QuoteRequest request);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FakeQuoteService implements QuoteService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Future&lt;Quote&gt; getQuote(QuoteRequest request)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Future.delayed(const Duration(milliseconds: 1200));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(request.year &lt; 2000) throw Exception('Vehicle too old to insure');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Quote(id: 'q-${DateTime.now().millisecondsSinceEpoch}',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premium: calculatePremium(request));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lib/features/quote/presentation/quote_providers.dart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Dependency injection: the UI never constructs a service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quoteServiceProvider = Provider&lt;QuoteService&gt;((ref) =&gt; FakeQuoteService());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Day 4: return DioQuoteService(ref.watch(dioProvider)) - one line changes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toggle → Riverpod provider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key lives in a NotifierProvider; QuoteApp and CaptureScreen have no brand parameters or callbacks; the toggle still works; a derived provider supplies BrandTheme.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pub add flutter_riverpod (pin ^3.0.0 in pubspec). main.dart: runApp(const ProviderScope(child: QuoteApp())).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lib/core/theme/brand_provider.dart: BrandKeyNotifier (build → "alpha", set, toggle), brandKeyProvider, derived brandProvider.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QuoteApp → ConsumerWidget; ref.watch(brandProvider) for theme/title; home: const CaptureScreen().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CaptureScreen → ConsumerStatefulWidget (it will own the form later); remove brand and onSwitchBrand parameters; AppBar title from ref.watch(brandProvider).name; toggle via ref.read(brandKeyProvider.notifier).toggle().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_BrandHeader: read the brand via ref.watch - make it a ConsumerWidget.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restart (main changed). Toggle works? Then deliberately change one watch to read, toggle, observe nothing updates, change it back.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third brand to the map and confirm no widget file changes.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clean; commit "Day 3: brand provider".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select so _BrandHeader rebuilds only when the brand name changes.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ProviderObserver that debugPrints every brand change (see the observers slide, Appendix B).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nothing yet - but sketch where shared_preferences would plug into BrandKeyNotifier.build() for Day 4.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 ·  13:15 - 14:30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state, and the wider landscape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loading / data / error with sealed state or AsyncValue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AsyncNotifier, FutureProvider, family and autoDispose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Riverpod 3 behaviours that affect demos and tests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Bloc adds and when a team should choose it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Notifier for the quote flow: sealed state, explicit transitions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07767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a sealed class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 1: Idle, Loading, Loaded(quote), Failed(message). The compiler enforces exhaustive rendering.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submit()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Loading, awaits the injected service, sets Loaded or Failed. Never throws to the UI.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ref.read inside the notifier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the service - the notifier depends on the DI graph, not on a constructor argument.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reset()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Idle. Small methods, one responsibility each.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900635" y="1325880"/>
            <a:ext cx="6739677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quote_providers.dart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037795" y="1435608"/>
            <a:ext cx="6465357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lib/features/quote/presentation/quote_providers.dart (continued)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QuoteState / Idle / Loading / Loaded / Failed ALREADY EXIST in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domain/quote_model.dart from Lab 1.2. Import them - do NOT redeclare,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you get ambiguous_import errors across the feature.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'package:quote_app/features/quote/domain/quote_model.dart';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QuoteNotifier extends Notifier&lt;QuoteState&gt;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QuoteState build() =&gt; const QuoteIdle();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submit(QuoteRequest request)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const QuoteLoading();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quote = await ref.read(quoteServiceProvider).getQuote(request);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 = QuoteLoaded(quote);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 = QuoteFailed(e.toString().replaceFirst('Exception: ', ''));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reset() =&gt; state = const QuoteIdle();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quoteProvider = NotifierProvider&lt;QuoteNotifier, QuoteState&gt;(QuoteNotifier.new);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the state and triggering the notifier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capture_screen.dart (ConsumerState)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CaptureScreen (ConsumerState) - render the state, trigger the notifier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state = ref.watch(quoteProvider);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ref.listen(quoteProvider, (prev, next) {          // side effect, not UI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(next is QuoteFailed)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ScaffoldMessenger.of(context)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.showSnackBar(SnackBar(content: Text(next.message)));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Scaffold(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appBar: AppBar(title: Text(ref.watch(brandProvider).name)),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Column(children: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CaptureForm(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enabled: state is! QuoteLoading,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onSubmit: (r) =&gt; ref.read(quoteProvider.notifier).submit(r),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SizedBox(height: 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switch (state) {                                  // exhaustive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QuoteIdle()           =&gt; const Text('Fill in the form to get a quote'),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QuoteLoading()        =&gt; const CircularProgressIndicator(),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QuoteLoaded(:final quote) =&gt; PremiumCard(quote: quote),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QuoteFailed(:final message) =&gt; Text(message,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style: TextStyle(color: Theme.of(context).colorScheme.error)),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 on the sealed state - the compiler will not let you forget a case. ref.listen handles the SnackBar side effect. The form is disabled while loading via an enabled flag.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AsyncNotifier, AsyncValue and FutureProvider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8558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AsyncValue&lt;T&gt;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/ data / error in one type, with .when() and .value. Riverpod's built-in version of our sealed state.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AsyncNotifier&lt;T&gt;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build() is async; methods set state = AsyncLoading() then AsyncValue.guard(() async {...}).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FutureProvider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async: config, reference lists. Cached; ref.invalidate to refetch.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Notifier when the state has domain meaning beyond loading/data/error; AsyncNotifier when it IS the async value (a list from the DB).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78802" y="1325880"/>
            <a:ext cx="69615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saved_quotes_provider.dart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815962" y="1435608"/>
            <a:ext cx="66871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When the state IS the async value, let Riverpod model loading/error for you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SavedQuotesNotifier extends AsyncNotifier&lt;List&lt;Quote&gt;&gt;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Future&lt;List&lt;Quote&gt;&gt; build()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ref.read(quoteRepositoryProvider).loadAll();   // Day 4: SQLite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add(Quote q)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repo = ref.read(quoteRepositoryProvider);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const AsyncLoading();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await AsyncValue.guard(()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await repo.save(q);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repo.loadAll();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savedQuotesProvider =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AsyncNotifierProvider&lt;SavedQuotesNotifier, List&lt;Quote&gt;&gt;(SavedQuotesNotifier.new);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UI: AsyncValue has when()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ref.watch(savedQuotesProvider).when(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data: (quotes) =&gt; SavedQuotesList(quotes: quotes, onDelete: (_) {}),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loading: () =&gt; const Center(child: CircularProgressIndicator()),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(e, st) =&gt; Text('Could not load: $e'),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FutureProvider - read-only async (config, lookups)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makesProvider = FutureProvider&lt;List&lt;String&gt;&gt;((ref) async =&gt; ['Toyota', 'VW', 'BMW']);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family, autoDispose, keepAlive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per argument (quote by id). Riverpod 3: the argument is a constructor parameter of the Notifier.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autoDispose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dispose state when the last watcher goes away - search fields, detail screens. Avoids stale caches and memory growth.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ref.keepAlive()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a specific instance out of disposal after it succeeded (cache after first load).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ref.onDispose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streams/controllers created in a provider.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are kept alive; make detail-screen providers autoDispose.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Parameterised provider (Riverpod 3: family = constructor parameter)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QuoteByIdNotifier extends AsyncNotifier&lt;Quote&gt;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QuoteByIdNotifier(this.id);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id;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Future&lt;Quote&gt; build() =&gt; ref.read(quoteRepositoryProvider).byId(id);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quoteByIdProvider = AsyncNotifierProvider.family&lt;QuoteByIdNotifier, Quote, String&gt;(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QuoteByIdNotifier.new,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ref.watch(quoteByIdProvider('q-123'));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autoDispose - state is disposed when no widget watches it any more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searchProvider = Provider.autoDispose&lt;String&gt;((ref)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ref.onDispose(() =&gt; debugPrint('search disposed'));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keepAlive on demand inside a provider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cachedProvider = FutureProvider.autoDispose&lt;List&lt;String&gt;&gt;((ref)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ref.keepAlive();         // keep after first successful load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fetchMakes();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3 behaviours that affect demos and tests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2134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retry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provider that throws is retried with back-off. Great in production, confusing on a projector - disable it in ProviderScope while teaching.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ProviderException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from ref.read/watch are wrapped; inspect .exception.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Equality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are filtered with ==. Two equal states do not rebuild - override == or use records/freezed.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imports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StateProvider, ChangeNotifierProvider moved to flutter_riverpod/legacy.dart.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generic parameter; old tutorials with ProviderRef&lt;T&gt; are 2.x.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344302" y="1325880"/>
            <a:ext cx="6296010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481462" y="1435608"/>
            <a:ext cx="602169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Riverpod 3 behaviours to know before you demo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Failures are wrapped. ProviderException is NOT in the main barrel: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'package:flutter_riverpod/misc.dart';   // then: on ProviderException catch (e) =&gt; e.exception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Automatic retry of failed providers is ON by default (exponential back-off).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Turn it off globally while teaching so errors are visible immediately: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ProviderScope(retry: (retryCount, error) =&gt; null, child: const QuoteApp())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Providers compare with == (not identical) - value equality on state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objects matters: override == / hashCode or use records / freezed.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4) Legacy providers moved: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'package:flutter_riverpod/legacy.dart';   // StateProvider, ChangeNotifierProvider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5) Ref no longer has a type parameter: Ref, not Ref&lt;T&gt; / ProviderRef&lt;T&gt;.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preview: no widgets required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99509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ProviderContainer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 without widgets. overrides: swap the service for a fake.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container.listen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every state; assert the sequence idle → loading → loaded.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container.read(provider.notifier)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methods directly.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Riverpod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pricing flow of an insurance app is tested in milliseconds with no emulator.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 tests with ProviderScope overrides, mocktail for the service.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122469" y="1325880"/>
            <a:ext cx="6517843" cy="475488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test/quote_notifier_test.dart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259629" y="1435608"/>
            <a:ext cx="6243523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Riverpod state is testable with NO widgets (Day 5 goes deeper)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test('submit moves idle → loading → loaded', () async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container = ProviderContainer(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overrides: [quoteServiceProvider.overrideWithValue(FakeQuoteService())],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addTearDown(container.dispose);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states = &lt;QuoteState&gt;[];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container.listen(quoteProvider, (_, next) =&gt; states.add(next), fireImmediately: true);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container.read(quoteProvider.notifier).submit(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QuoteRequest(make: 'VW', year: 2020, driverAge: 30, cover: Cover.comprehensive));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expect(states.map((s) =&gt; s.runtimeType),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[QuoteIdle, QuoteLoading, QuoteLoaded]);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 read + 8 min debrief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Bloc core concepts - then argue for it against Riverpod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bloclibrary.dev/bloc-concepts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"Streams", "Cubit", "Bloc", "Cubit vs Bloc" and "BlocObserver" (about 12 minutes); skim bloclibrary.dev/architecture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 each: what is a Cubit, what is a Bloc, and what does a Bloc have that a Cubit does not?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BlocObserver give you, and why might an insurance product owner care?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 recommend a three-layer architecture. Map our feature-first folders onto it.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case FOR Bloc over Riverpod for the insurance app in three bullet points - even if you disagree.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volunteers debate: one argues Bloc, one Riverpod, 90 seconds each, room votes.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shows the Cubit version of QuoteNotifier (next slide) - it is 15 lines and looks familiar.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honest comparison table.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awareness: Cubit and Bloc in code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08676" cy="4023360"/>
          </a:xfrm>
          <a:prstGeom prst="roundRect">
            <a:avLst>
              <a:gd name="adj" fmla="val 2273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Cubit - the same shape as our Notifier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4951476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29968"/>
            <a:ext cx="46771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pubspec: flutter pub add flutter_bloc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QuoteCubit extends Cubit&lt;QuoteState&gt;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QuoteCubit(this._service) : super(const QuoteIdle());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QuoteService _service;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submit(QuoteRequest r)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emit(const QuoteLoading());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emit(QuoteLoaded(await _service.getQuote(r)));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emit(QuoteFailed(e.toString()));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Provide + consume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BlocProvider(create: (_) =&gt; QuoteCubit(FakeQuoteService()), child: const CaptureScreen())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BlocBuilder&lt;QuoteCubit, QuoteState&gt;(builder: (context, state) =&gt; switch (state) { ... })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context.read&lt;QuoteCubit&gt;().submit(request);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31636" y="1325880"/>
            <a:ext cx="5408676" cy="4023360"/>
          </a:xfrm>
          <a:prstGeom prst="roundRect">
            <a:avLst>
              <a:gd name="adj" fmla="val 2273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0236" y="1463040"/>
            <a:ext cx="49514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- events in, states out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60236" y="1920240"/>
            <a:ext cx="4951476" cy="3246120"/>
          </a:xfrm>
          <a:prstGeom prst="roundRect">
            <a:avLst>
              <a:gd name="adj" fmla="val 22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97396" y="2029968"/>
            <a:ext cx="467715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 class QuoteEvent {}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QuoteRequested extends QuoteEvent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QuoteRequested(this.request);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QuoteRequest request;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QuoteBloc extends Bloc&lt;QuoteEvent, QuoteState&gt;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QuoteBloc(this._service) : super(const QuoteIdle())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on&lt;QuoteRequested&gt;(_onRequested);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QuoteService _service;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_onRequested(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QuoteRequested e, Emitter&lt;QuoteState&gt; emit)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emit(const QuoteLoading());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emit(QuoteLoaded(await _service.getQuote(e.request)));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(err) { emit(QuoteFailed(err.toString()));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UI: context.read&lt;QuoteBloc&gt;().add(QuoteRequested(r));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sealed QuoteState, same service interface. Cubit ≈ Notifier with emit() instead of state =. Bloc adds an event type, an observer hook (Appendix B) and stream transformers.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Bloc earns its place - an honest comparison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2440168"/>
                <a:gridCol w="4325752"/>
                <a:gridCol w="4325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(course pattern)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 / Cubit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Mental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Providers + notifiers; DI graph built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→ states; DI via BlocProvider/RepositoryProvider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Boilerplate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(Cubit) to high (Bloc events)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ProviderObserver logs every state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BlocObserver logs events AND transitions - richer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ProviderContainer, no widgets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bloc_test package, no widgets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Compile-time safety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Providers cannot be "not found"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BlocProvider lookups can fail at runtime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 modelling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AsyncValue built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model loading/error states yourself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enforcement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Conventions + riverpod_lint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enforced by the pattern itself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Riverpod, code-gen (riverpod_generator)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hydrated_bloc, replay_bloc, bloc_concurrency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 it when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Small-to-medium teams, fast iteration, lots of derived/async 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teams, regulated domains that want explicit event logs, existing Bloc codebase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 ·  14:45 - 16:00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400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refactor: quote flow end-to-end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949440" y="1188720"/>
            <a:ext cx="4663440" cy="4389120"/>
          </a:xfrm>
          <a:prstGeom prst="roundRect">
            <a:avLst>
              <a:gd name="adj" fmla="val 2083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223760" y="1371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 can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223760" y="178308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the Day 2 form to a QuoteNotifier through an injected service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idle / loading / loaded / failed exhaustively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form while loading and surface failures as side effects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logic with one container test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finished flow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CaptureForm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builds QuoteRequest, calls onSubmit. Knows nothing about Riverpod. enabled: false while loading.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465222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30982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59582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5958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059582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CaptureScreen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59582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ConsumerState. watch(quoteProvider) → switch; listen for failures → SnackBar; read(notifier).submit(r).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747565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113325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41925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1925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41925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QuoteNotifier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41925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→ await service → Loaded / Failed. No UI imports. Testable with ProviderContainer.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029907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7395667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F3F5F8"/>
          </a:solidFill>
          <a:ln w="6350">
            <a:solidFill>
              <a:srgbClr val="F3F5F8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624267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24267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624267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QuoteService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624267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+ FakeQuoteService via quoteServiceProvider. Day 4 swaps in dio.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312250" y="265176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678010" y="1737360"/>
            <a:ext cx="1962302" cy="2377440"/>
          </a:xfrm>
          <a:prstGeom prst="roundRect">
            <a:avLst>
              <a:gd name="adj" fmla="val 4660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906610" y="1920240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90661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906610" y="2560320"/>
            <a:ext cx="15051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PremiumCard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906610" y="3017520"/>
            <a:ext cx="150510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Stateless; renders a Quote with theme roles. Reused on the result route Day 4.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389120"/>
            <a:ext cx="110916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point one way: widgets → providers → services. Nothing below the notifier imports Flutter widgets. That is the boundary that keeps the pricing logic testable.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920240" y="36576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flow with Riverpod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177272" y="411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972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 </a:t>
            </a:r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the capture form shows a spinner, then PremiumCard or an error SnackBar, driven by QuoteNotifier and an injected FakeQuoteService; one container test passes.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709867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features/quote/data/quote_service.dart: QuoteService interface + FakeQuoteService (1.2 s delay; throws if year &lt; 2000).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features/quote/presentation/quote_providers.dart: quoteServiceProvider, QuoteNotifier(submit, reset), quoteProvider. Import QuoteState from domain/quote_model.dart - do NOT redeclare it.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features/quote/presentation/premium_card.dart: PremiumCard(quote) using theme roles (Appendix D).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CaptureForm: add enabled flag; button shows a small spinner and disables when false.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CaptureScreen: ref.watch(quoteProvider); switch expression renders Idle text / spinner / PremiumCard / error text; ref.listen shows SnackBar on QuoteFailed; onSubmit → ref.read(quoteProvider.notifier).submit(r).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three paths on the emulator: valid (card), year 1998 (error), rapid double-tap (button disabled).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test/quote_notifier_test.dart: ProviderContainer + override + listen; assert Idle → Loading → Loaded. flutter test.</a:t>
            </a:r>
            <a:endParaRPr lang="en-US" sz="1300" dirty="0"/>
          </a:p>
          <a:p>
            <a:pPr marL="279400" indent="-2794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analyze clean; commit "Day 3: quote flow".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921630" y="1691640"/>
            <a:ext cx="3718682" cy="4389120"/>
          </a:xfrm>
          <a:prstGeom prst="roundRect">
            <a:avLst>
              <a:gd name="adj" fmla="val 2459"/>
            </a:avLst>
          </a:prstGeom>
          <a:solidFill>
            <a:srgbClr val="EAF2EC"/>
          </a:solidFill>
          <a:ln w="6350">
            <a:solidFill>
              <a:srgbClr val="EAF2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04510" y="1828800"/>
            <a:ext cx="335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(fast lane)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04510" y="2240280"/>
            <a:ext cx="335292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QuoteNotifier.reset() wired to a "New quote" button that also resets the form (GlobalKey.reset()).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future saved-quotes list to an AsyncNotifier with an in-memory repository; render with .when().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ProviderObserver and name the providers; watch the log during a submit.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BREAK DOWN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9811512" y="457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· 20 min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8686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read the go_router "Get started" and one routing concept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6350">
            <a:solidFill>
              <a:srgbClr val="EAF0F7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pub.dev/packages/go_router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128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"Getting started"; then docs at docs.page/csells/go_router or the package docs: "Redirection", "Parameters", "Navigation" (about 20 minutes)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66550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these as you read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91840"/>
            <a:ext cx="6655003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context.go() and context.push()? Give one use of each in our app.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go_router express a path parameter, and how do you read it in the builder?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redirect for, and how would you implement "must complete onboarding first"?</a:t>
            </a:r>
            <a:endParaRPr lang="en-US" sz="1400" dirty="0"/>
          </a:p>
          <a:p>
            <a:pPr marL="279400" indent="-2794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StatefulShellRoute / ShellRoute and which of our screens would live inside one?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77963" y="2880360"/>
            <a:ext cx="4162349" cy="3154680"/>
          </a:xfrm>
          <a:prstGeom prst="roundRect">
            <a:avLst>
              <a:gd name="adj" fmla="val 2899"/>
            </a:avLst>
          </a:prstGeom>
          <a:solidFill>
            <a:srgbClr val="FBF6E3"/>
          </a:solidFill>
          <a:ln w="6350">
            <a:solidFill>
              <a:srgbClr val="FBF6E3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06563" y="3017520"/>
            <a:ext cx="3705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06563" y="3429000"/>
            <a:ext cx="370514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 tomorrow: two delegates present Q1+Q2 and Q3+Q4 at the whiteboard.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then add routing to the app live from their answers.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 levels the room before tomorrow.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-1371600"/>
            <a:ext cx="4572000" cy="4572000"/>
          </a:xfrm>
          <a:prstGeom prst="ellipse">
            <a:avLst/>
          </a:prstGeom>
          <a:solidFill>
            <a:srgbClr val="13315C"/>
          </a:solidFill>
          <a:ln w="12700">
            <a:solidFill>
              <a:srgbClr val="1331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recap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vs app vs derived state - the whiteboard columns decide where state lives.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 for local UI; InheritedWidget is the mechanism; Provider adds change + DI; Riverpod removes the sharp edges.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Providers: Provider (derived/services), NotifierProvider (state + methods), AsyncNotifier/FutureProvider (async), family/autoDispose.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in build, read in callbacks, listen for side effects, select to narrow.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injected as providers; overridden in tests; the notifier never imports widgets.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Bloc: same shape plus events; choose it for enforced structure and event audit trails.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quote flow now runs idle → loading → loaded/failed and is unit tested.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13315C"/>
          </a:solidFill>
          <a:ln w="6350">
            <a:solidFill>
              <a:srgbClr val="13315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8181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18120" y="210312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with go_router: routes, params, redirect, shell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 with dio; json_serializable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storage: shared_preferences, SQLite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Mini-project: onboarding → capture → API → result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fake service becomes a real one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A2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reference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Provider version   B · Observers (Riverpod &amp; Bloc)   C · Lab 3.1 solution   D · Lab 3.2 solution   E · Troubleshooting   F · Links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The Provider-package version of the brand toggle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(package:provider)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pubspec: flutter pub add provider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ChangeNotifierProvider(create: (_) =&gt; BrandModel(), child: const QuoteApp())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+ rebuild on change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 = context.watch&lt;BrandModel&gt;().brand;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read once, no rebuild (callbacks)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context.read&lt;BrandModel&gt;().toggle();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rebuild only when one field changes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name = context.select&lt;BrandModel, String&gt;((m) =&gt; m.brand.name);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Trade-offs: mutable models, runtime ProviderNotFoundException if you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forget the ancestor, tied to BuildContext (hard to use in services/tests).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for recognition only; the course uses Riverpod.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Observers: BlocObserver and ProviderObserver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Full Bloc: explicit events → states; every transition is observable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sealed class QuoteEvent {}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QuoteRequested extends QuoteEvent { QuoteRequested(this.request); final QuoteRequest request;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QuoteReset extends QuoteEvent {}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QuoteBloc extends Bloc&lt;QuoteEvent, QuoteState&gt;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QuoteBloc(this._service) : super(const QuoteIdle())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on&lt;QuoteRequested&gt;(_onRequested);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on&lt;QuoteReset&gt;((e, emit) =&gt; emit(const QuoteIdle()));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QuoteService _service;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_onRequested(QuoteRequested e, Emitter&lt;QuoteState&gt; emit) async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emit(const QuoteLoading());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 emit(QuoteLoaded(await _service.getQuote(e.request)));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catch (err) { emit(QuoteFailed(err.toString()));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Observers: BlocObserver and ProviderObserver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398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Audit log for free - every event and transition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AppBlocObserver extends BlocObserver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onTransition(Bloc bloc, Transition transition)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debugPrint('${bloc.runtimeType}: ${transition.event} → ${transition.nextState}');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super.onTransition(bloc, transition);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 Bloc.observer = AppBlocObserver(); runApp(const QuoteApp());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Riverpod equivalent of BlocObserver - log every state change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class AppProviderObserver extends ProviderObserver {   // 'base' required in Riverpod 3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didUpdateProvider(ProviderObserverContext context, Object? previousValue, Object? newValue)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debugPrint('${context.provider.name ?? context.provider.runtimeType}: $previousValue → $newValue');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runApp(ProviderScope(observers: [AppProviderObserver()], child: const QuoteApp()));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name providers for readable logs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quoteProvider = NotifierProvider&lt;QuoteNotifier, QuoteState&gt;(QuoteNotifier.new, name: 'quote');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623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give a global hook for every transition. Bloc also sees the event that caused it.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Lab 3.1 solution - brand provider and consumers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· Lab 3.1 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lib/core/theme/brand_provider.dart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'brand_theme.dart';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BrandKeyNotifier extends Notifier&lt;String&gt;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String build() =&gt; 'alpha';                       // initial state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set(String key) =&gt; state = key;             // assign → listeners rebuild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toggle() =&gt; state = state == 'alpha' ? 'beta' : 'alpha';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brandKeyProvider =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NotifierProvider&lt;BrandKeyNotifier, String&gt;(BrandKeyNotifier.new);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Derived provider: recomputes only when brandKeyProvider changes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brandProvider = Provider&lt;BrandTheme&gt;((ref)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key = ref.watch(brandKeyProvider);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brands[key] ?? brands['alpha']!;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lib/app.dart - no State, no callbacks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QuoteApp extends ConsumerWidget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QuoteApp({super.key});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Lab 3.1 solution - brand provider and consumers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· Lab 3.1 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context, WidgetRef ref)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brand = ref.watch(brandProvider);         // rebuilds on brand change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MaterialApp(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brand.name,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theme: brand.toThemeData(Brightness.light),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darkTheme: brand.toThemeData(Brightness.dark),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themeMode: ThemeMode.system,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home: const CaptureScreen(),                  // takes nothing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Anywhere below, e.g. the AppBar action: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IconButton(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icon: const Icon(Icons.swap_horiz),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tooltip: 'Switch brand',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() =&gt; ref.read(brandKeyProvider.notifier).toggle(),  // read in callbacks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Lab 3.1 solution - Consumer variants and rules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1) Whole widget reads providers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ResultScreen extends ConsumerWidget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ResultScreen({super.key});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context, WidgetRef ref)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state = ref.watch(quoteProvider);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Text(state.toString());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2) Stateful + providers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CaptureScreen extends ConsumerStatefulWidget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CaptureScreen({super.key});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ConsumerState&lt;CaptureScreen&gt; createState() =&gt; _CaptureScreenState();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_CaptureScreenState extends ConsumerState&lt;CaptureScreen&gt;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brand = ref.watch(brandProvider);      // ref is a field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Scaffold(appBar: AppBar(title: Text(brand.name)));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3) Rebuild only a sub-tree of a plain widget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Consumer(builder: (context, ref, child) =&gt; Text(ref.watch(brandProvider).name))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3.2 solution - service, state, notifier  (1/2)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· Lab 3.2 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lib/features/quote/data/quote_service.dart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interface class QuoteService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Future&lt;Quote&gt; getQuote(QuoteRequest request);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FakeQuoteService implements QuoteService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Future&lt;Quote&gt; getQuote(QuoteRequest request) async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await Future.delayed(const Duration(milliseconds: 1200));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(request.year &lt; 2000) throw Exception('Vehicle too old to insure');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Quote(id: 'q-${DateTime.now().millisecondsSinceEpoch}',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premium: calculatePremium(request));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lib/features/quote/presentation/quote_providers.dart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Dependency injection: the UI never constructs a service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quoteServiceProvider = Provider&lt;QuoteService&gt;((ref) =&gt; FakeQuoteService());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Day 4: return DioQuoteService(ref.watch(dioProvider)) - one line changes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3.2 solution - service, state, notifier  (2/2)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· Lab 3.2 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lib/features/quote/presentation/quote_providers.dart (continued)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QuoteState / Idle / Loading / Loaded / Failed ALREADY EXIST in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domain/quote_model.dart from Lab 1.2. Import them - do NOT redeclare,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or you get ambiguous_import errors across the feature.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'package:quote_app/features/quote/domain/quote_model.dart';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QuoteNotifier extends Notifier&lt;QuoteState&gt;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QuoteState build() =&gt; const QuoteIdle();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Future&lt;void&gt; submit(QuoteRequest request)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 = const QuoteLoading();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final quote = await ref.read(quoteServiceProvider).getQuote(request);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 = QuoteLoaded(quote);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state = QuoteFailed(e.toString().replaceFirst('Exception: ', ''));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reset() =&gt; state = const QuoteIdle();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quoteProvider = NotifierProvider&lt;QuoteNotifier, QuoteState&gt;(QuoteNotifier.new);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3.2 solution - screen, PremiumCard, enabled form  (1/3)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· Lab 3.2 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CaptureScreen (ConsumerState) - render the state, trigger the notifier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state = ref.watch(quoteProvider);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ref.listen(quoteProvider, (prev, next) {          // side effect, not UI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(next is QuoteFailed)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ScaffoldMessenger.of(context)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.showSnackBar(SnackBar(content: Text(next.message)));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Scaffold(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appBar: AppBar(title: Text(ref.watch(brandProvider).name)),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body: Column(children: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CaptureForm(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enabled: state is! QuoteLoading,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onSubmit: (r) =&gt; ref.read(quoteProvider.notifier).submit(r),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SizedBox(height: 16),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switch (state) {                                  // exhaustive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QuoteIdle()           =&gt; const Text('Fill in the form to get a quote'),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QuoteLoading()        =&gt; const CircularProgressIndicator(),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QuoteLoaded(:final quote) =&gt; PremiumCard(quote: quote),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QuoteFailed(:final message) =&gt; Text(message,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3.2 solution - screen, PremiumCard, enabled form  (2/3)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· Lab 3.2 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style: TextStyle(color: Theme.of(context).colorScheme.error)),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PremiumCard extends StatelessWidget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PremiumCard({super.key, required this.quote});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Quote quote;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@override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Widget build(BuildContext context)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cs = Theme.of(context).colorScheme;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 tt = Theme.of(context).textTheme;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Card(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color: cs.primaryContainer,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child: Padding(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padding: const EdgeInsets.all(20),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child: Column(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crossAxisAlignment: CrossAxisAlignment.start,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children: [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Text('Your monthly premium', style: tt.labelLarge?.copyWith(color: cs.onPrimaryContainer)),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SizedBox(height: 8),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Text(quote.display,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style: tt.displaySmall?.copyWith(color: cs.onPrimaryContainer, fontWeight: FontWeight.bold)),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3.2 solution - screen, PremiumCard, enabled form  (3/3)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Handbook · Lab 3.2 solution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const SizedBox(height: 4),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Text('Quote ref ${quote.id}', style: tt.bodySmall?.copyWith(color: cs.onPrimaryContainer)),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],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CaptureForm gains an `enabled` flag so the button disables while loading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CaptureForm extends StatefulWidget {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CaptureForm({super.key, required this.onSubmit, this.enabled = true});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void Function(QuoteRequest) onSubmit;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bool enabled;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…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_fields():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FilledButton.icon(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onPressed: widget.enabled ? _submit : null,     // null = disabled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icon: widget.enabled ? const Icon(Icons.calculate) : const SizedBox(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width: 18, height: 18, child: CircularProgressIndicator(strokeWidth: 2)),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label: Text(widget.enabled ? 'Get quote' : 'Calculating…'),</a:t>
            </a:r>
            <a:endParaRPr lang="en-US" sz="1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Lab 3.2 solution - test and imports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4846320"/>
          </a:xfrm>
          <a:prstGeom prst="roundRect">
            <a:avLst>
              <a:gd name="adj" fmla="val 150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177272" y="1380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E3C7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test/quote_notifier_test.dart · imports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35608"/>
            <a:ext cx="10817352" cy="4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Riverpod state is testable with NO widgets (Day 5 goes deeper)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test('submit moves idle → loading → loaded', () async {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container = ProviderContainer(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overrides: [quoteServiceProvider.overrideWithValue(FakeQuoteService())],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addTearDown(container.dispose);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states = &lt;QuoteState&gt;[];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container.listen(quoteProvider, (_, next) =&gt; states.add(next), fireImmediately: true);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container.read(quoteProvider.notifier).submit(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QuoteRequest(make: 'VW', year: 2020, driverAge: 30, cover: Cover.comprehensive));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expect(states.map((s) =&gt; s.runtimeType),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[QuoteIdle, QuoteLoading, QuoteLoaded]);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'package:flutter/material.dart';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'package:flutter_riverpod/flutter_riverpod.dart';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'package:quote_app/core/theme/brand_provider.dart';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'package:quote_app/core/theme/brand_theme.dart';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'package:quote_app/features/quote/data/quote_service.dart';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'package:quote_app/features/quote/domain/quote_model.dart';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'package:quote_app/features/quote/presentation/capture_form.dart';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'package:quote_app/features/quote/presentation/premium_card.dart';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'package:quote_app/features/quote/presentation/quote_providers.dart';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Troubleshooting: symptom → fix</a:t>
            </a:r>
            <a:endParaRPr lang="en-US" sz="30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771168"/>
                <a:gridCol w="3105668"/>
                <a:gridCol w="42148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"No ProviderScope found"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not wrapped, or hot reload after changing main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 runApp in ProviderScope; hot RESTART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 never updates after toggle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ref.read in build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ref.watch in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"Undefined name 'ref'"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StatelessWidget / State instead of Consumer variants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ConsumerWidget / ConsumerStatefulWidget + ConsumerState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switch expression isn't exhaustive"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sealed subtype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case (intended)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Spinner never stops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 escaped 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Await inside try; catch sets QuoteFailed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assigned but no rebuild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Mutated in place / equal 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NEW object; override == or use copyWith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FutureProvider re-runs after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3 automatic retry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ProviderScope(retry: (c, e) =&gt; null) while demoing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"StateProvider isn't defined"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3 moved legacy providers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'package:flutter_riverpod/legacy.dart' or use Notifier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build(String id) does not compile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2.x family signature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3: constructor parameter + .family provider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flutter pub add fails (network)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Wi-Fi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pre-warmed pub cache; flutter pub get --offline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Test: "A ProviderContainer was not disposed"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tearDown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addTearDown(container.dispose)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SnackBar shown twice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ref.listen inside a nested builder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ref.listen once at top of build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ns2="http://schemas.microsoft.com/office/powerpoint/2010/main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Links used today</a:t>
            </a:r>
            <a:endParaRPr lang="en-US" sz="3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27502"/>
                <a:gridCol w="77641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management overview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docs.flutter.dev/data-and-backend/state-mgmt/intro  ·  …/state-mgmt/simple  ·  …/state-mgmt/options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InheritedWidget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api.flutter.dev/flutter/widgets/InheritedWidget-class.html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riverpod.dev/docs/from_provider/motivation  ·  riverpod.dev/docs/introduction/getting_started  ·  riverpod.dev/docs/3.0_migration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riverpod.dev/docs/how_to/testing  ·  riverpod.dev/docs/concepts2/retry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riverpod_lint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pub.dev/packages/riverpod_lint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bloclibrary.dev/bloc-concepts  ·  bloclibrary.dev/architecture  ·  pub.dev/packages/flutter_bloc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(legacy reference)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pub.dev/packages/provider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pub.dev/packages/go_router (README → docs link)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 repo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github.com/Clynton19860/flutter - handbooks, exercises and lab solutions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 Integrations · Flutter Training · Day 3 - State Management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3032" y="6473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Day 3 - State Management</dc:title>
  <dc:subject>MO Integrations Flutter Training</dc:subject>
  <dc:creator>MO Integrations</dc:creator>
  <cp:lastModifiedBy>MO Integrations</cp:lastModifiedBy>
  <cp:revision>1</cp:revision>
  <dcterms:created xsi:type="dcterms:W3CDTF">2026-09-06T15:57:32Z</dcterms:created>
  <dcterms:modified xsi:type="dcterms:W3CDTF">2026-09-06T15:57:32Z</dcterms:modified>
</cp:coreProperties>
</file>