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naming the shift. "Until today you have been building a display. Today it becomes an application: it takes input, it validates it, it has more than one screen, and the screens share data with each other."
THE INTELLECTUAL CENTRE OF THE DAY is the afternoon, when setState runs out of road. Do not give the answer away in the morning. Let them feel the problem in Lab 7.1, where a second screen has to hand data back through a Navigator result, and then solve it properly after lunch.
FOR A SPRING ROOM THE AFTERNOON IS THE EASY PART. A ChangeNotifier is a service, a Provider is the container, and context.watch is autowiring with an observer. Say that early and the room relaxes.
PRESENTER CHECKLIST: provider already in your pubspec so the room copies a working file rather than twenty people running pub add on venue wifi; yesterday's project open; the Day 7 handbook on your second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By 16:00 the app takes input, navigates, shares state across screens and can be rebranded from one colour.
SAY WHAT TOMORROW IS so they can see the finish line: real data from a real API, storing it on the device, testing it, and building a release.
TIMING: the afternoon is the important half. If the morning runs long, compress named routes; they are the part we recommend replacing with a router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Forms are mechanical and the API is small, so the value is in the discipline: dispose your controllers, validate properly, and give the user a message they can act on.
THE FAMILIARITY HOOK: this is the same shape as any validation framework they have used. A group, a set of per-field rules, and a single call that runs them all and reports.
THE ONE GENUINELY NEW THING is GlobalKey, and it is the only one they will use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it live.
GlobalKey&lt;FormState&gt; IS THE ONE GLOBAL KEY THEY WILL USE. Yesterday keys identified list items. This one is different: it gives you access to a widget's state from outside that widget. Say that explicitly so the two uses do not blur.
WHY A FORM MUST BE STATEFUL: it owns controllers, and controllers must be created once and disposed. That is yesterday's lifecycle rule in its most common home.
validate() RUNS EVERY VALIDATOR, shows every error message under every field, and returns a single bool. One call. Compare it with hand-rolled validation where each check is separate and you have to remember to run them all.
THE ! ON currentState IS JUSTIFIED and worth saying out loud, because the course rule is that every bang needs a reason. The key is attached to a Form in this same build method, so it cannot be null when a button inside that form is tapped. That is a defensible bang.
THE CALLBACK OUT: the form does not know what happens to the line it produces. It calls onSubmit and forgets. That keeps it reusable and, more importantly, testable. This afternoon that callback becomes a call into a model and nothing inside the form changes.
DISPOSE IS ON THE SLIDE ABOVE build DELIBERATELY. Write it before you write the fields and you will never forget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it live.
GlobalKey&lt;FormState&gt; IS THE ONE GLOBAL KEY THEY WILL USE. Yesterday keys identified list items. This one is different: it gives you access to a widget's state from outside that widget. Say that explicitly so the two uses do not blur.
WHY A FORM MUST BE STATEFUL: it owns controllers, and controllers must be created once and disposed. That is yesterday's lifecycle rule in its most common home.
validate() RUNS EVERY VALIDATOR, shows every error message under every field, and returns a single bool. One call. Compare it with hand-rolled validation where each check is separate and you have to remember to run them all.
THE ! ON currentState IS JUSTIFIED and worth saying out loud, because the course rule is that every bang needs a reason. The key is attached to a Form in this same build method, so it cannot be null when a button inside that form is tapped. That is a defensible bang.
THE CALLBACK OUT: the form does not know what happens to the line it produces. It calls onSubmit and forgets. That keeps it reusable and, more importantly, testable. This afternoon that callback becomes a call into a model and nothing inside the form changes.
DISPOSE IS ON THE SLIDE ABOVE build DELIBERATELY. Write it before you write the fields and you will never forget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Walk each property and say why it is there.
decoration IS THE LOOK: label, hint, border. InputDecoration is where almost all field styling lives, and on Day 7 you can set it once in the theme for the whole app.
keyboardType CHANGES THE KEYBOARD the user gets. A number field that shows a full qwerty keyboard is a small daily insult to your users, and it costs one line to fix.
inputFormatters STOP BAD INPUT BEFORE IT IS TYPED. digitsOnly means letters simply cannot be entered. LengthLimitingTextInputFormatter caps the length. That is much better than validating afterwards and telling somebody off.
THEY LIVE IN services.dart, NOT material.dart. Missing that import gives "Undefined name FilteringTextInputFormatter", and it will happen in the lab. Say it now and write the import on the whiteboard.
textInputAction: TextInputAction.next puts a Next arrow on the keyboard instead of a return key, which moves focus to the next field. Small, professional, one line.
THE VALIDATOR CONTRACT: return null when valid, return a String when not. The String is the message the user sees, so write it as a sentence a person can act on. "Use the form SKU-1234" is better than "Invalid format".
NOTICE THE VALIDATOR USES isValidSku, their extension from Day 3, unchanged. Point that out; four days of work is now paying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Walk each property and say why it is there.
decoration IS THE LOOK: label, hint, border. InputDecoration is where almost all field styling lives, and on Day 7 you can set it once in the theme for the whole app.
keyboardType CHANGES THE KEYBOARD the user gets. A number field that shows a full qwerty keyboard is a small daily insult to your users, and it costs one line to fix.
inputFormatters STOP BAD INPUT BEFORE IT IS TYPED. digitsOnly means letters simply cannot be entered. LengthLimitingTextInputFormatter caps the length. That is much better than validating afterwards and telling somebody off.
THEY LIVE IN services.dart, NOT material.dart. Missing that import gives "Undefined name FilteringTextInputFormatter", and it will happen in the lab. Say it now and write the import on the whiteboard.
textInputAction: TextInputAction.next puts a Next arrow on the keyboard instead of a return key, which moves focus to the next field. Small, professional, one line.
THE VALIDATOR CONTRACT: return null when valid, return a String when not. The String is the message the user sees, so write it as a sentence a person can act on. "Use the form SKU-1234" is better than "Invalid format".
NOTICE THE VALIDATOR USES isValidSku, their extension from Day 3, unchanged. Point that out; four days of work is now paying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API IS TINY: validate, save, reset. Most forms only ever use validate.
AUTOVALIDATEMODE IS A USER EXPERIENCE DECISION, not a technical one. The default shows nothing until you submit, which means the user fills in six fields and then gets told off six times. always shows errors before the user has typed anything, which is hostile. onUserInteraction shows an error once the user has touched that field, and it is almost always the right answer.
LET THE ROOM DECIDE which they prefer. It is a good thirty-second discussion and it makes the setting memorable.
THE DISPOSE RULE, for the third day running: create in the State, dispose in dispose. Say it as a pair.
CREATING CONTROLLERS IN build IS THE TRAP THAT BITES HARDEST because the symptom is confusing: the field clears itself, or you get "A TextEditingController was used after being disposed". The cause is that build runs many times and each run made a new controller. Demo it if you have five minutes.
THE BANG AGAIN: justified here, and that is the second time today. Consistency about justifying bangs is a habit worth enforcing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API IS TINY: validate, save, reset. Most forms only ever use validate.
AUTOVALIDATEMODE IS A USER EXPERIENCE DECISION, not a technical one. The default shows nothing until you submit, which means the user fills in six fields and then gets told off six times. always shows errors before the user has typed anything, which is hostile. onUserInteraction shows an error once the user has touched that field, and it is almost always the right answer.
LET THE ROOM DECIDE which they prefer. It is a good thirty-second discussion and it makes the setting memorable.
THE DISPOSE RULE, for the third day running: create in the State, dispose in dispose. Say it as a pair.
CREATING CONTROLLERS IN build IS THE TRAP THAT BITES HARDEST because the symptom is confusing: the field clears itself, or you get "A TextEditingController was used after being disposed". The cause is that build runs many times and each run made a new controller. Demo it if you have five minutes.
THE BANG AGAIN: justified here, and that is the second time today. Consistency about justifying bangs is a habit worth enforcing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This is the slide that makes forms feel complete rather than limited to text.
THE PROBLEM: a dropdown, a date picker, a slider or a custom picker is not a TextFormField, so validate() knows nothing about it. Most people end up validating those separately and by hand.
THE PATTERN IS FOUR STEPS and it works for anything. Wrap in FormField of the right type. Call state.didChange whenever the value changes. Render with InputDecorator so the label, border and error look identical to the text fields. Pass state.errorText into the decoration.
THAT FOURTH STEP IS THE ONE PEOPLE MISS, and the symptom is a field that validates correctly and shows no error message. Name it.
InputDecorator IS THE WIDGET INSIDE TextFormField that draws the label, border and error. Using it directly is how you make a custom field look native rather than bolted on.
state.didChange VERSUS THE PARENT CALLBACK: didChange tells the FormField, the callback tells your own code. You usually need both, which is why the example calls both.
WHERE THEY WILL USE IT: a date picker for a delivery date is the classic, and the price dropdown here is the same shape. Tomorrow, a product picker driven by an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This is the slide that makes forms feel complete rather than limited to text.
THE PROBLEM: a dropdown, a date picker, a slider or a custom picker is not a TextFormField, so validate() knows nothing about it. Most people end up validating those separately and by hand.
THE PATTERN IS FOUR STEPS and it works for anything. Wrap in FormField of the right type. Call state.didChange whenever the value changes. Render with InputDecorator so the label, border and error look identical to the text fields. Pass state.errorText into the decoration.
THAT FOURTH STEP IS THE ONE PEOPLE MISS, and the symptom is a field that validates correctly and shows no error message. Name it.
InputDecorator IS THE WIDGET INSIDE TextFormField that draws the label, border and error. Using it directly is how you make a custom field look native rather than bolted on.
state.didChange VERSUS THE PARENT CALLBACK: didChange tells the FormField, the callback tells your own code. You usually need both, which is why the example calls both.
WHERE THEY WILL USE IT: a date picker for a delivery date is the classic, and the price dropdown here is the same shape. Tomorrow, a product picker driven by an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lab.
NAVIGATION IS SIMPLE and the core of it is genuinely a stack, which this room already understands perfectly. Do not overcomplicate it.
THE PART WORTH SLOWING DOWN FOR is getting data back, because the Future returned by push is a nice design that people miss entirely and then work around badly with callbacks.
THIS MODULE ALSO SETS UP THE AFTERNOON. Two screens sharing data through Navigator results works for one value and becomes silly for three. Let them feel it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the second half is the interesting part.
THE STACK MODEL needs no explaining to this room. Push, pop, last in first out. The Android back button and the iOS swipe both call pop for you.
MaterialPageRoute wraps your screen with the platform's page transition, so it slides on Android and slides differently on iOS, for free.
PASSING DATA FORWARD is just constructor arguments. There is nothing special about it. Say that plainly, because people coming from Android expect Intent extras and a bundle, and there is none of that.
GETTING DATA BACK IS THE PART WORTH TEACHING PROPERLY. push returns a Future, and pop's second argument completes it. So the calling screen simply awaits the result of pushing.
THE TYPE PARAMETER MATTERS: push of OrderLine gives you a nullable OrderLine back. Nullable, because the user may press back instead of submitting. The compiler makes you handle that, which is exactly right.
THE MOUNTED CHECK AGAIN, for the fourth day. Between pushing and the result arriving, anything can have happened. Check context.mounted before setState or before touching the context.
COMPARE WITH ANDROID: this replaces startActivityForResult and onActivityResult, and it is one await instead of two methods and a request code. Say it; the Android people will appreciate it and the rest will enjoy their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the second half is the interesting part.
THE STACK MODEL needs no explaining to this room. Push, pop, last in first out. The Android back button and the iOS swipe both call pop for you.
MaterialPageRoute wraps your screen with the platform's page transition, so it slides on Android and slides differently on iOS, for free.
PASSING DATA FORWARD is just constructor arguments. There is nothing special about it. Say that plainly, because people coming from Android expect Intent extras and a bundle, and there is none of that.
GETTING DATA BACK IS THE PART WORTH TEACHING PROPERLY. push returns a Future, and pop's second argument completes it. So the calling screen simply awaits the result of pushing.
THE TYPE PARAMETER MATTERS: push of OrderLine gives you a nullable OrderLine back. Nullable, because the user may press back instead of submitting. The compiler makes you handle that, which is exactly right.
THE MOUNTED CHECK AGAIN, for the fourth day. Between pushing and the result arriving, anything can have happened. Check context.mounted before setState or before touching the context.
COMPARE WITH ANDROID: this replaces startActivityForResult and onActivityResult, and it is one await instead of two methods and a request code. Say it; the Android people will appreciate it and the rest will enjoy their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be honest about the limitations.
NAMED ROUTES declare a map once and navigate by string. They keep navigation out of your widgets and they make the set of screens visible in one place.
THE PROBLEM IS ARGUMENTS. The builder takes no parameters, so you pass arguments separately and cast them back with as. That is a runtime cast in a language that has spent four days teaching you to avoid runtime casts. Say that out loud; this room will feel it.
THE OTHER METHODS ARE WORTH KNOWING: pushReplacement for a login screen that should not be returned to, popUntil to get back to the root, canPop to know whether a back button makes sense.
WHEN TO USE A ROUTER, and give them the criteria rather than the package. You want one when you need deep links from outside the app, when you need a redirect guard such as "must be signed in", when you want type-safe parameters, or when the app has more than about six screens.
NAME go_router as the recommended choice, say it is maintained by the Flutter team, and say we are not using it today because the concepts matter more than the package and the stack model is what everything is built on.
DO NOT TEACH go_router IN THIS COURSE. It is a legitimate extra half-day and it belongs in the follow-on material. Mentioning it and explaining when it earns its place is the right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DETAIL SCREEN takes a domain object in its constructor. That is all there is to it. No serialisation, no bundle, no keys.
A WORD ON PASSING WHOLE OBJECTS versus passing an id and refetching. Passing the object is simpler and correct for a detail view of something already loaded. Passing an id is better when the detail screen must show fresher data, or when it can be reached from a deep link where you have only the id. Tomorrow's API work makes that distinction concrete.
THE CONFIRM-BEFORE-LEAVING PATTERN has two awaits and needs a mounted check between them. Walk it slowly: await the dialog, check mounted, then pop.
THE COMMON BUG IS POPPING TWICE. The dialog's own pop closes the dialog. The second pop closes the screen. If you use the wrong context, or pop once too often, you close both and the user lands somewhere unexpected. Name it, because the symptom is bewildering.
SAY WHERE THIS GOES: Lab 7.1 has the detail-style screen and the stretch goal has the confirm-before-leaving.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THE DETAIL SCREEN takes a domain object in its constructor. That is all there is to it. No serialisation, no bundle, no keys.
A WORD ON PASSING WHOLE OBJECTS versus passing an id and refetching. Passing the object is simpler and correct for a detail view of something already loaded. Passing an id is better when the detail screen must show fresher data, or when it can be reached from a deep link where you have only the id. Tomorrow's API work makes that distinction concrete.
THE CONFIRM-BEFORE-LEAVING PATTERN has two awaits and needs a mounted check between them. Walk it slowly: await the dialog, check mounted, then pop.
THE COMMON BUG IS POPPING TWICE. The dialog's own pop closes the dialog. The second pop closes the screen. If you use the wrong context, or pop once too often, you close both and the user lands somewhere unexpected. Name it, because the symptom is bewildering.
SAY WHERE THIS GOES: Lab 7.1 has the detail-style screen and the stretch goal has the confirm-before-leaving.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first lab with two screens in it.
CHECKPOINTS: at 12 minutes the second screen pushes and pops. At 25 minutes validation works. At 35 minutes the line arrives back and appears in the list.
THE IMPORT WILL CATCH PEOPLE: package flutter services dot dart, for the formatters. Write it on the whiteboard before the timer starts.
THE ORDER TO BUILD IN, and say it: get the screen pushing and popping with a hard-coded line FIRST, then add the form. People who build the form first spend twenty minutes before they know whether navigation works.
COMMON ERRORS: missing the services import. Creating controllers in build. Forgetting the mounted check after the await, which the analyser flags. Popping with the wrong context inside a dialog. Forgetting that the awaited result is nullable, because the user can press back.
THE LAST ONE IS A GOOD TEACHING MOMENT. The compiler forces them to handle the back case, which is a real user path they would otherwise have forgotten. Point that out.
SET UP THE AFTERNOON AT THE HARD STOP. Ask the room: what if the app bar also needs the item count, and a settings screen needs it too? The Navigator result only reaches the screen that pushed. That question is the entire afternoon and it lands best when they have just felt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intellectual centre of the day. Ninety minutes including the lab.
BUILD THE PROBLEM BEFORE THE SOLUTION. This room is senior and they will accept the answer much faster having seen the failure mode on their own code from this morning.
FOR A SPRING ROOM THE MAPPING IS THE SHORTCUT: ChangeNotifier is a service, the provider is the container, watch is autowiring with an observer. Once you say that, most of the module is confirmation.
DO NOT TURN THIS INTO A PACKAGE COMPARISON. Teach one thing properly, show the landscape honestly in one slide,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spend it properly. This slide does the persuading.
START WITH THEIR OWN CODE FROM THIS MORNING. The order lives in OrderScreen's State. Now ask: how does the app bar badge on a different screen show the item count? How does a settings screen know how many lines there are?
THE ANSWER IS THAT IT CANNOT. setState rebuilds the subtree of the widget that called it. It cannot reach sideways and it cannot reach another screen.
LIFTING STATE UP IS THE FIRST FIX and it is correct as far as it goes. Move the state to a common ancestor and pass it down.
THEN SHOW WHERE IT GOES WRONG. Three screens deep, every widget in between forwards order and onAddLine even though it never uses either. That is prop drilling, and everyone who has written React has felt it.
THE SECOND PROBLEM IS PERFORMANCE and it is less obvious. setState at the root rebuilds everything below, for a one-line change. On a large screen that is real work every time.
FOR THE SPRING PEOPLE, the analogy that lands: this is passing a dependency through five constructors because there is no container. You solved that with dependency injection years ago. This is the same problem and it has the same shape of answer.
DO NOT GIVE THE ANSWER YET. Let the problem sit for a moment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spend it properly. This slide does the persuading.
START WITH THEIR OWN CODE FROM THIS MORNING. The order lives in OrderScreen's State. Now ask: how does the app bar badge on a different screen show the item count? How does a settings screen know how many lines there are?
THE ANSWER IS THAT IT CANNOT. setState rebuilds the subtree of the widget that called it. It cannot reach sideways and it cannot reach another screen.
LIFTING STATE UP IS THE FIRST FIX and it is correct as far as it goes. Move the state to a common ancestor and pass it down.
THEN SHOW WHERE IT GOES WRONG. Three screens deep, every widget in between forwards order and onAddLine even though it never uses either. That is prop drilling, and everyone who has written React has felt it.
THE SECOND PROBLEM IS PERFORMANCE and it is less obvious. setState at the root rebuilds everything below, for a one-line change. On a large screen that is real work every time.
FOR THE SPRING PEOPLE, the analogy that lands: this is passing a dependency through five constructors because there is no container. You solved that with dependency injection years ago. This is the same problem and it has the same shape of answer.
DO NOT GIVE THE ANSWER YET. Let the problem sit for a moment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point is demystification, not a pattern they will write.
THEY ALREADY USE IT, four times a day: Theme.of, MediaQuery.of, Navigator.of, ScaffoldMessenger.of. Every one is an InheritedWidget lookup. Saying that turns a magic method into a mechanism.
HOW THE LOOKUP WORKS: dependOnInheritedWidgetOfExactType walks up to the nearest ancestor of that type. It is constant time regardless of depth, because the element keeps a map of the inherited widgets above it.
IT ALSO REGISTERS A DEPENDENCY. That is the important half: the widget that called of() is now subscribed, and when updateShouldNotify returns true, it rebuilds. That is how changing the theme recolours the whole app.
NOW THE GAP, and ask the room rather than telling them: how does a button three levels down CHANGE the order? It cannot. An InheritedWidget is read-only from below. There is no setter.
THAT GAP IS EXACTLY WHAT EVERY STATE MANAGEMENT PACKAGE FILLS. They all wrap an InheritedWidget and add a way to write, plus lifecycle, plus dependency injection, plus testability.
DO NOT ASK THEM TO BUILD ONE IN A LAB. It is understanding, not a pattern application code should be writing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point is demystification, not a pattern they will write.
THEY ALREADY USE IT, four times a day: Theme.of, MediaQuery.of, Navigator.of, ScaffoldMessenger.of. Every one is an InheritedWidget lookup. Saying that turns a magic method into a mechanism.
HOW THE LOOKUP WORKS: dependOnInheritedWidgetOfExactType walks up to the nearest ancestor of that type. It is constant time regardless of depth, because the element keeps a map of the inherited widgets above it.
IT ALSO REGISTERS A DEPENDENCY. That is the important half: the widget that called of() is now subscribed, and when updateShouldNotify returns true, it rebuilds. That is how changing the theme recolours the whole app.
NOW THE GAP, and ask the room rather than telling them: how does a button three levels down CHANGE the order? It cannot. An InheritedWidget is read-only from below. There is no setter.
THAT GAP IS EXACTLY WHAT EVERY STATE MANAGEMENT PACKAGE FILLS. They all wrap an InheritedWidget and add a way to write, plus lifecycle, plus dependency injection, plus testability.
DO NOT ASK THEM TO BUILD ONE IN A LAB. It is understanding, not a pattern application code should be writing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SHAPE: a plain Dart class extending ChangeNotifier, private state, public getters, and methods that change the state and call notifyListeners.
SAY THE SPRING MAPPING EXPLICITLY: this is a service. It holds state, it exposes behaviour, and it announces when something changed. The only piece missing is the container that hands it to whoever needs it, which is the next slide.
NOTICE IT IMPORTS NOTHING FROM THE UI. No material.dart, no widgets, no BuildContext. That is deliberate and it is the same domain rule from Day 1. It means this class can be unit tested in milliseconds with no widget tree, which is tomorrow's testing session.
notifyListeners IS THE ONE THING YOU CAN FORGET, and forgetting it is a silent bug: the state changes and the screen does not move, with no error. Say it, and say that it is the main sharp edge of this package.
IMMUTABLE UPDATES: notice every method replaces the order with copyWith rather than mutating it. That is Day 2's copyWith doing real work, and it matters because comparing old and new state is how Flutter and your tests decide what changed.
KEEP THE METHODS SMALL AND NAMED FOR THE BUSINESS ACTION. addLine, removeLine, submit. Not setOrder. The method names are your domain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SHAPE: a plain Dart class extending ChangeNotifier, private state, public getters, and methods that change the state and call notifyListeners.
SAY THE SPRING MAPPING EXPLICITLY: this is a service. It holds state, it exposes behaviour, and it announces when something changed. The only piece missing is the container that hands it to whoever needs it, which is the next slide.
NOTICE IT IMPORTS NOTHING FROM THE UI. No material.dart, no widgets, no BuildContext. That is deliberate and it is the same domain rule from Day 1. It means this class can be unit tested in milliseconds with no widget tree, which is tomorrow's testing session.
notifyListeners IS THE ONE THING YOU CAN FORGET, and forgetting it is a silent bug: the state changes and the screen does not move, with no error. Say it, and say that it is the main sharp edge of this package.
IMMUTABLE UPDATES: notice every method replaces the order with copyWith rather than mutating it. That is Day 2's copyWith doing real work, and it matters because comparing old and new state is how Flutter and your tests decide what changed.
KEEP THE METHODS SMALL AND NAMED FOR THE BUSINESS ACTION. addLine, removeLine, submit. Not setOrder. The method names are your domain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the three verbs are the whole module. Drill them.
PROVIDING: ChangeNotifierProvider sits above everything that needs the model, usually around the whole app in main. create is called lazily the first time something asks.
watch IN build. It subscribes, so the widget rebuilds when notifyListeners fires. This is the one you use most.
read IN CALLBACKS. onPressed, onSubmitted, initState. It does not subscribe. Using read in build is the classic bug: the widget gets the value once and then silently never updates again. No error, nothing in the console, it just stops working.
DEMO THAT BUG ON PURPOSE. Change a watch to a read in the app bar, add a line, watch the count not change, change it back. Thirty seconds and it is the most useful demonstration of the module.
select NARROWS THE SUBSCRIPTION to one value, so an expensive widget only rebuilds when the thing it actually shows changes. Mention it, use it in the stretch goal, do not dwell.
THE SPRING MAPPING, one more time and precisely: the provider is the bean definition, watch is autowiring plus an observer, read is autowiring without one.
THE FAILURE MODE TO WARN ABOUT: if nothing above you provides the type, you get a ProviderNotFoundException at RUNTIME, not at compile time. It is a clear message with a good explanation, and it is still a runtime failure, which is worth naming honestly since Dart has spent four days catching things at compile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the three verbs are the whole module. Drill them.
PROVIDING: ChangeNotifierProvider sits above everything that needs the model, usually around the whole app in main. create is called lazily the first time something asks.
watch IN build. It subscribes, so the widget rebuilds when notifyListeners fires. This is the one you use most.
read IN CALLBACKS. onPressed, onSubmitted, initState. It does not subscribe. Using read in build is the classic bug: the widget gets the value once and then silently never updates again. No error, nothing in the console, it just stops working.
DEMO THAT BUG ON PURPOSE. Change a watch to a read in the app bar, add a line, watch the count not change, change it back. Thirty seconds and it is the most useful demonstration of the module.
select NARROWS THE SUBSCRIPTION to one value, so an expensive widget only rebuilds when the thing it actually shows changes. Mention it, use it in the stretch goal, do not dwell.
THE SPRING MAPPING, one more time and precisely: the provider is the bean definition, watch is autowiring plus an observer, read is autowiring without one.
THE FAILURE MODE TO WARN ABOUT: if nothing above you provides the type, you get a ProviderNotFoundException at RUNTIME, not at compile time. It is a clear message with a good explanation, and it is still a runtime failure, which is worth naming honestly since Dart has spent four days catching things at compile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Put this side by side with this morning's version on the projector if you can.
THE HEADLINE: OrderScreen now takes NO constructor parameters. It asks for the model. Nothing above it passes anything down.
THE SECOND HEADLINE, and it is the one that answers the morning: AddLineScreen can now call context.read of OrderModel and addLine directly. It does not need to pop with a result, and nothing in between needs to forward a callback. The Navigator result still works and is still fine; this is simply no longer the only option.
NOTICE watch IN build AND read IN THE CALLBACK, in the same widget. That contrast is worth pointing at, because it is exactly the rule in practice.
THE STATELESS WIDGET POINT IS NICE: the screen went from stateful to stateless, because the state left it. Less code, fewer lifecycle concerns, and easier to test. Say that; it is a real benefit people do not expect.
THE MOUNTED CHECK is still there after the await. Providers do not remove that requirement.
CONNECT TO TOMORROW: this model is where the API call will go. The screen will not change at all when the data starts coming from a server, because the screen already only talks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Put this side by side with this morning's version on the projector if you can.
THE HEADLINE: OrderScreen now takes NO constructor parameters. It asks for the model. Nothing above it passes anything down.
THE SECOND HEADLINE, and it is the one that answers the morning: AddLineScreen can now call context.read of OrderModel and addLine directly. It does not need to pop with a result, and nothing in between needs to forward a callback. The Navigator result still works and is still fine; this is simply no longer the only option.
NOTICE watch IN build AND read IN THE CALLBACK, in the same widget. That contrast is worth pointing at, because it is exactly the rule in practice.
THE STATELESS WIDGET POINT IS NICE: the screen went from stateful to stateless, because the state left it. Less code, fewer lifecycle concerns, and easier to test. Say that; it is a real benefit people do not expect.
THE MOUNTED CHECK is still there after the await. Providers do not remove that requirement.
CONNECT TO TOMORROW: this model is where the API call will go. The screen will not change at all when the data starts coming from a server, because the screen already only talks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For this room this is the easiest slide of the week, so move at pace and make the point land.
THE PATTERN IS EXACTLY SPRING. An interface, an implementation, one registration, and everything else asks for the interface.
MultiProvider registers several at once, and a provider can depend on another with context.read inside its create. That is constructor injection, and the dependency graph is built for you.
THE PAYOFF IS ONE LINE. Swapping FakeOrderService for a real HTTP implementation changes exactly one line in main. No screen changes, no model changes. Tomorrow they do precisely that, so flag it now.
THE TESTING PAYOFF is tomorrow's session: a test provides a fake, and the whole app under test uses it. That is why the interface exists.
WHY START WITH A FAKE AT ALL, and this is worth thirty seconds: it lets you build the entire UI against a service that is fast, deterministic and offline. When the real API arrives, the app is already finished. Several people in the room will have argued for this on the server side and lost; here it costs nothing.
DO NOT GO INTO ProxyProvider or advanced composition. The basics cover everything this course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For this room this is the easiest slide of the week, so move at pace and make the point land.
THE PATTERN IS EXACTLY SPRING. An interface, an implementation, one registration, and everything else asks for the interface.
MultiProvider registers several at once, and a provider can depend on another with context.read inside its create. That is constructor injection, and the dependency graph is built for you.
THE PAYOFF IS ONE LINE. Swapping FakeOrderService for a real HTTP implementation changes exactly one line in main. No screen changes, no model changes. Tomorrow they do precisely that, so flag it now.
THE TESTING PAYOFF is tomorrow's session: a test provides a fake, and the whole app under test uses it. That is why the interface exists.
WHY START WITH A FAKE AT ALL, and this is worth thirty seconds: it lets you build the entire UI against a service that is fast, deterministic and offline. When the real API arrives, the app is already finished. Several people in the room will have argued for this on the server side and lost; here it costs nothing.
DO NOT GO INTO ProxyProvider or advanced composition. The basics cover everything this course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be genuinely even-handed. Somebody in this room has read that Riverpod is the modern choice and is wondering why you taught Provider.
ANSWER THAT DIRECTLY: Provider is what the official documentation teaches, it has the smallest API, and it maps exactly onto dependency injection, which this room already understands. It is the right thing to learn first. Riverpod is an excellent next step and the concepts transfer almost completely.
THE HONEST WEAKNESSES OF PROVIDER ARE ON THE SLIDE. Do not hide them. A mutable model, a silent failure if you forget to notify, and a runtime error for a missing provider. Naming them yourself is worth more than having somebody find them later.
THE BLOC POINT ABOUT AUDIT TRAILS is worth one sentence for an enterprise room. If compliance wants a log of every event that changed state, Bloc gives you that for free and the others do not.
THE CALLOUT IS THE REAL LESSON. The architectural decision that matters is keeping business logic out of widgets. Every one of these packages lets you do that, and no package stops you doing the opposite.
DO NOT LET THIS RUN LONG. Whiteboard it as a discussion item for tomorrow's clinic if it starts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The most architecturally important lab of the week.
CHECKPOINTS: at 12 minutes the model compiles and is provided. At 25 minutes the screen reads it. At 35 minutes add and remove both work.
STEP 9 IS NOT OPTIONAL. Everyone changes a watch to a read, watches the item count stop updating, and changes it back. It is silent, it has no error, and it is the single most common Provider bug. Seeing it deliberately is worth an hour of confusion later.
BEFORE THE TIMER: say that provider must be in the pubspec and that you have a working pubspec to hand out if the network misbehaves.
COMMON ERRORS: forgetting notifyListeners, so nothing updates. Using watch in a callback, which the analyser may not catch. Providing the model BELOW the widget that needs it, giving a ProviderNotFoundException with a long and genuinely helpful message. Mutating the lines list in place instead of using copyWith, which means the state is the same object and nothing notices.
THAT LAST ONE IS SUBTLE AND WORTH WATCHING FOR. If they call _order.lines.add(line) instead of copyWith, notifyListeners still fires and the screen does update, so it looks fine. It will bite them tomorrow when tests compare states. Mention it if you see it.
THE THIRD STRETCH GOAL IS A REAL DESIGN QUESTION with no single right answer, and it is a good thing for the fast half of the room to argue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and it is the most visually satisfying of the week. Everything recolours in front of them.
IT IS ALSO A STATE MANAGEMENT LAB IN DISGUISE. The runtime theme switch uses exactly the pattern they learned an hour ago, which is why it is placed here.
THE RULE TO ENFORCE FOR THE REST OF THE COURSE: no hard-coded colours, no raw font sizes. Today is when that becomes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Demo it: change the seed hex, hot reload, and watch the entire application recolour.
ColorScheme.fromSeed takes one colour and generates the full set: primary, onPrimary, primaryContainer, secondary, surface, error and the rest, with correct contrast between each pair. That is a real amount of design work done for you.
THE CONTRAST GUARANTEE IS THE UNDERRATED PART. onPrimary is always readable on primary, by construction. Most hand-rolled palettes get that wrong somewhere.
DARK MODE IS THE SAME SEED with brightness dark. Two lines, and you support dark mode. themeMode: ThemeMode.system follows the device. Demo it by switching the emulator to dark mode.
COMPONENT THEMES set a rule once and apply it everywhere. filledButtonTheme making every filled button 48 high means no per-button sizing anywhere in the app. Point out that this is the same instinct as a CSS class or a shared style.
FOR THE ENTERPRISE ANGLE: this is how white-labelling works. One seed per client, no widget changes. If anybody in the room ships an app for multiple brands, that is the sentence they need.
useMaterial3 IS THE DEFAULT on current Flutter. If they find tutorials setting it false, that is Material 2 and it is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ROLE NAMES ARE THE VOCABULARY. Go through the five pairs. primary is the brand colour on key components. primaryContainer is a softer standout fill for headers and chips. surface is page and card background. error is validation and destructive actions. outline is borders.
THE on PREFIX IS THE PATTERN: whatever goes ON TOP of a role uses the matching on colour. Text on primary uses onPrimary. That is the contrast guarantee, made usable.
THE TEXT SCALE: display for big numbers, headline for screen titles, title for cards and sections, body for ordinary text, label for buttons and captions. Five families, three sizes each.
THE RULE, and put it on the whiteboard: if you type Colors.blue or fontSize: 18 inside a widget, you have broken theming. Say it once, firmly, and then enforce it during the lab.
THE PRACTICAL TEST is step 3 of Lab 7.3: search the project for Colors dot and fontSize and replace every one. That search is the whole discipline in one action.
THE ONE ACCEPTABLE EXCEPTION in their code is a deliberately translucent overlay such as Colors.white24 on a watermark, because it is not a brand colour. Mention it so the rule does not feel absurd.
copyWith ON A TEXT STYLE is how you take a named style and change one thing. text.titleMedium with a copyWith for colour. It is the right way; setting a whole style by hand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ROLE NAMES ARE THE VOCABULARY. Go through the five pairs. primary is the brand colour on key components. primaryContainer is a softer standout fill for headers and chips. surface is page and card background. error is validation and destructive actions. outline is borders.
THE on PREFIX IS THE PATTERN: whatever goes ON TOP of a role uses the matching on colour. Text on primary uses onPrimary. That is the contrast guarantee, made usable.
THE TEXT SCALE: display for big numbers, headline for screen titles, title for cards and sections, body for ordinary text, label for buttons and captions. Five families, three sizes each.
THE RULE, and put it on the whiteboard: if you type Colors.blue or fontSize: 18 inside a widget, you have broken theming. Say it once, firmly, and then enforce it during the lab.
THE PRACTICAL TEST is step 3 of Lab 7.3: search the project for Colors dot and fontSize and replace every one. That search is the whole discipline in one action.
THE ONE ACCEPTABLE EXCEPTION in their code is a deliberately translucent overlay such as Colors.white24 on a watermark, because it is not a brand colour. Mention it so the rule does not feel absurd.
copyWith ON A TEXT STYLE is how you take a named style and change one thing. text.titleMedium with a copyWith for colour. It is the right way; setting a whole style by hand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make the connection explicit.
THIS IS NOT A NEW TECHNIQUE. It is the afternoon's state management pattern applied to the theme. A ChangeNotifier, provided above MaterialApp, watched by the app. Say that first; it reframes the slide as revision rather than new material.
WHY IT MUST BE WATCHED BY THE APP: MaterialApp is what holds the theme, so MaterialApp is what must rebuild. Providing below it would not work, and that is a useful thing for them to reason about.
THE DEMO IS THE POINT. Three colour buttons, tap each, the whole app recolours instantly, including screens not currently visible. Then flip to dark mode. It takes fifteen seconds and it is the most memorable moment of the day.
THE ENTERPRISE PAYOFF, said plainly: this is how a white-label product works. One value, no widget changes, any number of brands. If somebody in the room maintains a product with three customer skins, this is the slide they photograph.
PERSISTING THE CHOICE is tomorrow. Right now the theme resets when the app restarts, and storing it in shared preferences is a five-line change tomorrow morning. Flag it so it feels like an obvious next step rather than a gap.
THE LOCAL FUNCTION returning ThemeData inside build is worth pointing at: it avoids writing the same ThemeData twice for light and dark. A small thing, and good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make the connection explicit.
THIS IS NOT A NEW TECHNIQUE. It is the afternoon's state management pattern applied to the theme. A ChangeNotifier, provided above MaterialApp, watched by the app. Say that first; it reframes the slide as revision rather than new material.
WHY IT MUST BE WATCHED BY THE APP: MaterialApp is what holds the theme, so MaterialApp is what must rebuild. Providing below it would not work, and that is a useful thing for them to reason about.
THE DEMO IS THE POINT. Three colour buttons, tap each, the whole app recolours instantly, including screens not currently visible. Then flip to dark mode. It takes fifteen seconds and it is the most memorable moment of the day.
THE ENTERPRISE PAYOFF, said plainly: this is how a white-label product works. One value, no widget changes, any number of brands. If somebody in the room maintains a product with three customer skins, this is the slide they photograph.
PERSISTING THE CHOICE is tomorrow. Right now the theme resets when the app restarts, and storing it in shared preferences is a five-line change tomorrow morning. Flag it so it feels like an obvious next step rather than a gap.
THE LOCAL FUNCTION returning ThemeData inside build is worth pointing at: it avoids writing the same ThemeData twice for light and dark. A small thing, and good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at 15:55. The most visually rewarding lab of the week and a good note to end the day on.
CHECKPOINTS: at 10 minutes the seed works. At 22 minutes the hard-coded colours are gone. At 32 minutes the switcher works.
STEP 3 IS THE DISCIPLINE AND THE REAL LESSON. Get people to call out how many they found. Numbers between five and fifteen are typical and it makes the point better than any slide.
STEP 9 IS WHERE THE BUGS SURFACE. Any surviving hard-coded colour shows up as unreadable text in dark mode. That is the third stretch goal and it is the best possible demonstration of why the rule exists. Do it on the projector if nobody finds one.
COMMON ERRORS: setting colorSchemeSeed and colorScheme at the same time, which is confusing and not needed. Providing ThemeModel below MaterialApp, so nothing changes when you tap. Forgetting copyWith on a text style and replacing the whole style instead.
END THE DAY ON THE DEMO. Get everyone to tap through their three colours at once. It is a good way to close a hard day, and tomorrow is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A big day with four distinct topics in it, so the recap earns its time.
ASK THIS: "what is the app missing before you would put it in front of a real user?" The answers will be real data, saving, and error handling. All three are tomorrow, which is a good way to set up the last day.
NAME THE ACHIEVEMENT: the app takes validated input, navigates between screens, shares state across them through a service, and rebrands from one colour. That is a real application architecture, not a demo.
SET UP TOMORROW: "Tomorrow the fake data becomes real data from a real server, we store it on the device so it survives a restart, we test it, and we build something you could actually install. Then we finish."
PRESENTER, TONIGHT: get the mock API running and confirm it is reachable from a Windows machine and the emulator, not just from your own laptop. Have the full pubspec ready with http, shared_preferences and mocktail already resolved. Write the API address on the whiteboard before anyone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 module that must survive today is state management. Forms and navigation are mechanical and learnable from the handbook; the afternoon is the one that changes how they design applications.
THE TWO DEMONSTRATIONS THAT MATTER MOST: read in build failing silently, and the whole app recolouring from one seed. Both take under a minute and both are what people remember.
IF YOU MUST CUT, cut named routes and cut the custom FormField. Both are in the handbook with complete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page in this handbook. The test is always the same: would a second widget ever read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The first two rows cover most of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7</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Forms, Navigation</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and State</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Validated forms · More than one screen · When setState runs out · Theming</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day it becomes an application  ·  Day 7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7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Forms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Form, GlobalKey and validate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TextFormField and controllers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Input formatters and keyboard types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Custom fields with FormField</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Navigation</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Navigator is a stack</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Passing data forward and back</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Named routes, and when to use a router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7.1 - a second screen with a form</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State management</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Where setState runs out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Lifting state, and prop drilling</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ChangeNotifier and provider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7.2 - lift the order into a model</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Theming</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One seed colour, a whole palette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Colour roles and text styles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Dark mode, and switching at runtime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7.3 - theme the whole app</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Forms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Build a Form with a GlobalKey and validate 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TextFormField with controllers, keyboard types and formatters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validators that return a message or null</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Wrap any widget in a FormField so it validates with the rest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Form, GlobalKey, validate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skeleton every form has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CaptureForm extends StatefulWidget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CaptureForm({super.key, required this.onSubmit});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void Function(OrderLine) onSubmit;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State&lt;CaptureForm&gt; createState() =&gt; _CaptureFormState();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_CaptureFormState extends State&lt;CaptureForm&gt;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 handle on the form. This is the one GlobalKey you will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use all week.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_formKey = GlobalKey&lt;FormState&gt;();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One controller per text field. Created here, disposed below.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_skuCtrl = TextEditingController();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_qtyCtrl = TextEditingController();</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Form, GlobalKey, validate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skeleton every form has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dispose()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_skuCtrl.dispose();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_qtyCtrl.dispose();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super.dispose();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_submit()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validate() runs every validator and shows every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(!_formKey.currentState!.validate()) return;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widget.onSubmit(OrderLine(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_skuCtrl.text.trim(),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description: 'Added by hand',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quantity: int.parse(_qtyCtrl.text),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Form(key: _formKey, child: _fields(context));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Form groups the fields, the GlobalKey is your handle on it, and validate runs every validator and shows every error in one call.</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Fields, keyboards and formatters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two fields in Lab 7.1</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Widget _fields(BuildContext context) =&gt;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CrossAxisAlignment.stretch,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TextFormField(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controller: _skuCtrl,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const InputDecoration(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labelText: 'SKU',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hintText: 'SKU-1042',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OutlineInputBorder(),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textCapitalization: TextCapitalization.characters,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textInputAction: TextInputAction.next,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validator: (value)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(value == null || value.trim().isEmpty)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'SKU is required';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(!value.trim().isValidSku)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'Use the form SKU-1234';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null;                 // null means valid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TextFormField(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controller: _qtyCtrl,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const InputDecoration(</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Fields, keyboards and formatters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two fields in Lab 7.1</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labelText: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OutlineInputBorder(),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keyboardType: TextInputType.number,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inputFormatters: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FilteringTextInputFormatter.digitsOnly,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LengthLimitingTextInputFormatter(4),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validator: (value)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n = int.tryParse(value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 null) return 'Enter a whole 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&lt; 1) return 'Quantity must be at least 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&gt; 999) return 'Maximum 999 per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24),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FilledButton.icon(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Icon(Icons.add),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const Text('Add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inputFormatters need: import 'package:flutter/services.dart';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right keyboard type and the right formatters remove whole categories of invalid input before validation ever runs.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rules that matter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five-line API, and the three traps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FORM API, in five lines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Form                 groups the fields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GlobalKey&lt;FormState&gt; your handle on the group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validate()           runs every validator, shows errors,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returns true if all passed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save()               calls every onSaved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reset()              clears values and errors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VALIDATOR RETURNS String?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null      the field is valid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String  the message shown under the field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rules that matter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five-line API, and the three traps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AUTOVALIDATION: when do errors appear?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Form(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key: _formKey,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disabled    only when you call validate(). The default.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always      on every rebuild, so errors show before typing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onUserInteraction  after the user has touched the field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autovalidateMode: AutovalidateMode.onUserInteraction,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fields,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CONTROLLER MUST BE DISPOSED. Create in the 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dispose in dispose(). The same pair as every other resource.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CREATE CONTROLLERS IN THE STATE, NEVER IN build().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controller created in build is thrown away every frame,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you get "A TextEditingController was used after being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disposed".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 ON currentState IS JUSTIFIED HERE. The key is attached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 a Form in this same build method, so it cannot be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when a button inside that form is tapped.</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validate, save and reset are the whole API. The traps are disposal, creating controllers in build, and choosing when errors appear.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Custom fields: anything can join the form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dropdown that validates with the rest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 widget can join the form. Wrap it in FormField&lt;T&gt;.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UnitPriceField extends StatelessWidget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UnitPriceField({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super.key,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this.onChanged,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double? 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ValueChanged&lt;double?&gt; onChanged;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FormField&lt;double&gt;(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initialValue: 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validator: (v) =&gt; v == null ? 'Choose a price band' :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builder: (state) =&gt; InputDecorator(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InputDecoration(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labelText: 'Unit 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errorText: state.errorText,       // wire the error through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const OutlineInputBorder(),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DropdownButtonHideUnderline(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DropdownButton&lt;double&gt;(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Custom fields: anything can join the form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dropdown that validates with the rest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value: state.value,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isExpanded: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hint: const Text('Choose'),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items: const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DropdownMenuItem(value: 90.0, child: Text('R 90.00')),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DropdownMenuItem(value: 120.0, child: Text('R 120.00')),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DropdownMenuItem(value: 250.0, child: Text('R 250.00')),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onChanged: (v)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state.didChange(v);           // tell the FormField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onChanged(v);                 // tell the parent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PATTERN, for any non-text field that must validate: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wrap it in FormField&lt;T&gt;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call state.didChange(value) when it changes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3. render it with InputDecorator so it matches the others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4. pass state.errorText into the decoration</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Wrap any widget in FormField, call didChange when the value changes, and render it in an InputDecorator so it matches the text fields.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Navigation</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Push and pop screens, and understand the stack</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Pass data forward with constructor arguments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Get data back from a screen with an awaited result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when named routes are enough and when to use a router</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Navigator is a stack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push, pop, and getting a result back</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Navigator is a STACK of screens. Push puts one on top,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pop takes it off. Exactly like a call stack.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GO TO A NEW 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Navigator.push(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MaterialPageRoute(builder: (context) =&gt; const LineDetailScreen()),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COME BACK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Navigator.pop(context);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back button and the Android system back gesture both call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pop for you. You rarely write it except for a Cancel button.</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Navigator is a stack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push, pop, and getting a result back</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PASS DATA FORWARD: constructor arguments, like any 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Navigator.push(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MaterialPageRoute(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(context) =&gt; LineDetailScreen(line: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GET DATA BACK: push returns a Future of whatever pop sends.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result = await Navigator.push&lt;OrderLine&gt;(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MaterialPageRoute(builder: (context) =&gt; const AddLineScreen()),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(!context.mounted) return;      // after EVERY await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(result != null)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_lines.add(result));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 the other 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Navigator.pop(context, newLine);   // the second argument is the result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push puts a screen on top, pop takes it off. push returns a Future of whatever pop sends back, which is how a screen returns a value.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Named routes, and when to reach for a router</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declaring routes up front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NAMED ROUTES: declare the map once, navigate by name.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initialRoute: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routes: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(context) =&gt; const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'/add': (context) =&gt; const AddLineScreen(),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'/settings': (context) =&gt; const SettingsScreen(),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Navigator.pushNamed(context, '/add');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PASSING ARGUMENTS TO A NAMED ROUTE is clumsy, because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builder does not take parameters. You pass them separately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cast them back, which loses type safety.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Navigator.pushNamed(context, '/detail', arguments: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in the target 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line = ModalRoute.of(context)!.settings.arguments as OrderLine;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OTHER NAVIGATION METHODS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Navigator.pushReplacement(context, route);   // replace the current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Navigator.popUntil(context, (r) =&gt; r.isFirst);  // back to the root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Navigator.canPop(context);                   // is there anything below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WHEN YOUR APP GROWS, a routing package is worth it. go_router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gives you URL-based routes, type-safe parameters, redirect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guards for login, and deep links from outside the 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is the recommended choice for anything non-trivial.</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Named routes are fine for a handful of screens. Passing arguments to one loses type safety, which is the main reason apps grow into a routing package.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Navigation patterns you will use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detail screen, and confirming before leaving</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DETAIL SCREEN, taking an object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LineDetailScreen extends StatelessWidget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LineDetailScreen({super.key, required this.line});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OrderLine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AppBar(title: Text(line.sku)),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Padding(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Text(line.description,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Theme.of(context).textTheme.titleLarge),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Text('Quantity ${line.quantity}'),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Text('Line total ${line.lineTotal.rands}'),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Spacer(),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OutlinedButton(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=&gt; Navigator.pop(context),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Text('Close'),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Navigation patterns you will use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detail screen, and confirming before leaving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CONFIRM BEFORE LEAVING, with unsaved changes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leave = await showDialog&lt;bool&gt;(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(ctx) =&gt; AlertDialog(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const Text('Discard this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actions: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Navigator.pop(ctx,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Text('Keep editing'),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FilledButton(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=&gt; Navigator.pop(ctx,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Text('Discard'),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(!context.mounted) return;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(leave == true) Navigator.pop(context);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detail screen takes the object it shows. Confirming before discarding is two awaits and two mounted checks.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7.1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A second screen with a form</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An AddLineScreen with a validated form that returns a new OrderLine to the order screen through the Navigator result.</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AddLineScreen as a StatefulWidget with a Scaffold titled Add line.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a Form with a GlobalKey and two TextFormFields, SKU and quantity. Controllers in the State, disposed in dispose.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SKU validator: required, and must match the SKU-1234 shape. Reuse your isValidSku extension from Day 3.</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Quantity: digits only, maximum four characters, and a validator for one to 999.</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An Add button that validates and pops with a new OrderLine.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On OrderScreen, make the floating action button push AddLineScreen and await the result.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If the result is not null, add it with setState and show a SnackBar. Remember the mounted check.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Set autovalidateMode to onUserInteraction and describe the difference to your neighbour.</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confirm dialog when the user presses back with text already typed.</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the price dropdown as a FormField so it validates with the rest.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the Add button disabled until the form is valid, and decide whether you prefer that to showing errors.</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State management</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what breaks when shared state lives in setState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how InheritedWidget shares data down the tree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ChangeNotifier and provider to share state and inject services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the landscape, and why consistency beats the choice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Where setState runs out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lifting state, and prop drilling</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WALL EVERYBODY HITS.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order lives in OrderScreen's State. Now: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AddLineScreen needs to add to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SettingsScreen needs to know how many lines there are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app bar badge needs the item count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setState can only rebuild ITS OWN subtree. It cannot reach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another screen at 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FIRST FIX: LIFT THE STATE UP. Move it to a common ancestor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pass it down, along with callbacks to change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_AppState extends State&lt;App&gt;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 _order = const Order(id: 'ORD-1042', customer: 'Acme', lines: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Where setState runs out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lifting state, and prop drilling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_addLine(OrderLine 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_order = _order.copyWith(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lines: [..._order.lines,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=&gt; OrderScreen(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 _order,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onAddLine: _addLine,       // pass a value AND a callback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THAT IS WHERE IT GOES WRONG. Three screens deep, every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in between must forward `order` and `onAddLine` even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it never uses them. That is PROP DRILLING.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also rebuilds the entire app for a one-line change,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because setState at the root rebuilds everything below it.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setState can only rebuild its own subtree. Lifting the state up is the first fix, and it is where prop drilling starts.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InheritedWidget: the mechanism underneath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how Theme.of actually works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InheritedWidget is the MECHANISM underneath everything else.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already use it every day: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MediaQuery.of(context)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Navigator.of(context)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ScaffoldMessenger.of(context)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OrderScope extends InheritedWidget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OrderScope({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super.child,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lookup. O(1), regardless of tree depth.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Order of(BuildContext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scope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context.dependOnInheritedWidgetOfExactType&lt;OrderScope&gt;();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scope!.order;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InheritedWidget: the mechanism underneath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how Theme.of actually works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When this returns true, every widget that called of()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rebuilds.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updateShouldNotify(OrderScope old) =&gt; old.order !=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Provide it once, near the top: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OrderScope(order: _order, child: const OrderScreen())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Read it anywhere below, with no parameters passed down: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order = OrderScope.of(context);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WHAT IT DOES NOT GIVE YOU: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way to CHANGE the value from below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any lifecycle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dependency injection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way to test the logic without building a widget tree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package on the next slides adds those four things.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You have been using this since Day 5. It shares a value down the tree efficiently, and it gives you no way to change that value from below.</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ChangeNotifier: a service that announces changes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lib/features/orders/state/order_model.dart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ChangeNotifier is the standard "something changed" signal.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is Flutter's built-in observable.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OrderModel extends ChangeNotifier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 _order = const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id: 'ORD-1042',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customer: 'Acme Ltd',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Read-only from outside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 get order =&gt; _order;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get itemCount =&gt; _order.itemCount;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get subtotal =&gt; _order.subtotal;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addLine(OrderLine 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_order = _order.copyWith(lines: [..._order.lines,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notifyListeners();          // forget this and nothing rebuilds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ChangeNotifier: a service that announces changes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lib/features/orders/state/order_model.dart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removeLine(OrderLine line)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_order = _order.copyWith(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lines: _order.lines.where((l) =&gt; l != line).toList(),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submit()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_order = _order.copyWith(status: OrderStatus.submitted);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THE SPRING PEOPLE: this is a service. It holds 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exposes methods that change it, and it announces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 What is missing is the container that hands it to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whoever needs it. That is the next slide.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State, methods that change it, and a call that announces the change. For a Spring developer this is simply a service.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provider: watch, read, select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whole API</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pubspec.yaml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dependencies: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provider: ^6.1.0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pub add provider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PROVIDE IT, once, above everything that needs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ChangeNotifierProvider(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create: (context) =&gt; OrderModel(),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OrderFlowApp(),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READ IT AND REBUILD WHEN IT CHANGES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model = context.watch&lt;OrderModel&gt;();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Text('${model.itemCount} items');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provider: watch, read, select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whole API</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READ IT ONCE, WITHOUT SUBSCRIBING. For callbacks.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onPressed: () =&gt; context.read&lt;OrderModel&gt;().addLine(line),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 REBUILD ONLY WHEN ONE FIELD CHANGES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count = context.select&lt;OrderModel, int&gt;((m) =&gt; m.itemCount);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RULES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watch   in build(). Subscribes, so the widget updates.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read    in callbacks. Never in build; it does not subscribe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the widget silently stops updating.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select  in build, when you only care about one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THE SPRING PEOPLE: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ChangeNotifierProvider   is the bean definition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context.watch&lt;T&gt;()       is @Autowired plus an observer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context.read&lt;T&gt;()        is @Autowired with no observer</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Provide it once above everything that needs it. watch in build to subscribe, read in callbacks, select when you only care about one field.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screen after the refactor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screen no longer owns the order, and no longer takes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as a parameter. It asks for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OrderScreen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OrderScreen({super.key});          // takes nothing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model = context.watch&lt;OrderModel&gt;();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appBar: AppBar(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Text('${model.itemCount} items'),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body: model.order.lines.isEmpty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const EmptyState(message: 'No lines yet')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ListView.builder(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itemCount: model.order.lines.length,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itemBuilder: (context, i)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 = model.order.lines[i];</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LineTile(key: ValueKey(line.sku), line: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screen after the refactor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floatingActionButton: FloatingActionButton(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read, not watch, because this is a callback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onPressed: ()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 = await Navigator.push&lt;OrderLine&gt;(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MaterialPageRoute(builder: (_) =&gt; const AddLineScreen()),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(line != null &amp;&amp; context.mounted)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context.read&lt;OrderModel&gt;().addLine(line);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Icon(Icons.add),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PAYOFF: AddLineScreen can call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context.read&lt;OrderModel&gt;().addLine(line) directly, with no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callback threaded down through three widgets.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screen takes no parameters. It asks for what it needs. No callbacks are threaded down and no widget in between knows the order exists.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Providers are your DI container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registering a service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Providers are not only for state. They are your DI container.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interface, exactly as you would in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abstract class OrderService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Future&lt;Order&gt; submit(Order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FakeOrderService implements OrderService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Future&lt;Order&gt; submit(Order order) async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await Future.delayed(const Duration(milliseconds: 800));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(order.lines.isEmpty) throw const EmptyOrderException();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order.copyWith(status: OrderStatus.submitted);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Providers are your DI container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registering a service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Register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MultiProvider(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providers: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Provider&lt;OrderService&gt;(create: (_) =&gt; FakeOrderService()),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ChangeNotifierProvider(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create: (context) =&gt; OrderModel(context.read&lt;OrderService&gt;()),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OrderFlowApp(),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Swap it for a real one later, in ONE place: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Provider&lt;OrderService&gt;(create: (_) =&gt; HttpOrderService(...))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Swap it for a fake in a test, in ONE place. Nothing else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 the app changes. That is the whole argument for DI,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is the same argument you already accept in Spring.</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Interface, implementation, registration in one place, and a fake in tests. This is the argument you already accept in Spring.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landscape, honestly</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setState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Built in, no package, and correct for local widget state: a toggle, a text field, an expanded panel. It cannot reach another screen, and that is the only thing wrong with it.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provider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What we are using, and what the official documentation teaches. A tiny API. The sharp edges are a mutable model, a silent bug if you forget notifyListeners, and a runtime failure if you forget to provide something.</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riverpod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By the same author, written to remove those sharp edges. No BuildContext needed, so logic is testable on its own, and a missing provider is impossible rather than a runtime error. More concepts to learn first.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bloc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Events in, states out. More ceremony, and structure the pattern enforces rather than suggests. Its observer gives you an event-level audit trail, which regulated domains often want.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advice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Pick one and be consistent. A codebase with three state management approaches is worse than a codebase with the wrong one used everywhere.</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All three packages are production grade and all three are widely used. The choice matters far less than the consistency, and far less than keeping your business logic out of your widgets.</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7.2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Lift the order into a model</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The order lives in a ChangeNotifier, provided above the app. The screen takes no parameters, and both screens change the same order.</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flutter pub add provider.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OrderModel extends ChangeNotifier with the order, getters, addLine, removeLine and clear. Remember notifyListeners in every method that changes something.</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Wrap runApp in a ChangeNotifierProvider that creates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Make OrderScreen a StatelessWidget with no constructor parameters, reading the model with context.watch.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The app bar title shows the item count from the model.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The floating action button adds the result with context.read, not watch.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The Dismissible calls removeLine through context.read.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a Clear action to the app bar.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BREAK IT: change one context.watch to context.read, see what stops working, then change it back.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Register a FakeOrderService with Provider and give OrderModel a submit method that calls it.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Use context.select so the app bar only rebuilds when the item count changes, not on every line edit.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AddLineScreen call context.read().addLine directly instead of popping with a result, and decide which you prefer.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Theming</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Generate a whole palette from one seed colour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colours and text styles from the theme, never hard-coded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Support dark mode with no extra design work</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Change the theme at runtime, which is just more state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One seed colour, a whole palette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lib/app.dart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theme: ThemeData(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ONE colour generates the whole palette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colorScheme: ColorScheme.fromSeed(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seedColor: const Color(0xFF2A9D8F),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useMaterial3: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Component themes: set once, applied everywhere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filledButtonTheme: FilledButtonThemeData(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FilledButton.styleFrom(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minimumSize: const Size.fromHeight(48),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cardTheme: const CardThemeData(margin: EdgeInsets.zero),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Dark mode for free, from the same 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darkTheme: ThemeData(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colorScheme: ColorScheme.fromSeed(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seedColor: const Color(0xFF2A9D8F),</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brightness: Brightness.dark,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useMaterial3: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themeMode: ThemeMode.system,     // follow the device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home: const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ColorScheme.fromSeed generates a full Material 3 palette, light and dark, from a single colour. Component themes set a rule once for the whole app.</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Colour roles and text styles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reading from the theme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READ FROM THE THEME. Never hard-code a colour or a size.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colors = Theme.of(context).colorScheme;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text = Theme.of(context).textTheme;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Container(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 colors.primaryContainer,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'Subtotal',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style: text.titleMedium?.copyWith(color: colors.onPrimaryContainer),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Colour roles and text styles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reading from the theme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COLOUR ROLES YOU WILL USE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primary / onPrimary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brand colour for key components, and what goes on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primaryContainer / onPrimaryContainer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softer standout fill: headers, chips, highlighted cards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surface / onSurface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page and card backgrounds, and ordinary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error / onError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validation messages and destructive actions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outline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borders and dividers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TEXT STYLES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displayLarge ... displaySmall     big numbers, hero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headlineLarge ... headlineSmall   screen titles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titleLarge ... titleSmall         card and section titles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bodyLarge ... bodySmall           ordinary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labelLarge ... labelSmall         buttons, captions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RULE FOR THIS COURSE: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you type Colors.blue or fontSize: 18 inside a 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have broken theming. Use a role and a named style.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Use a role, not a colour. Use a named style, not a font size. If you type Colors.blue inside a widget, you have broken theming.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Changing the theme at runtime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which is just more state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Changing the theme at runtime is just state, so everything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learned this afternoon applies.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ThemeModel extends ChangeNotifier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ThemeMode _mode = ThemeMode.system;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 _seed = const Color(0xFF2A9D8F);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ThemeMode get mode =&gt; _mode;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 get seed =&gt; _seed;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setMode(ThemeMode mode)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_mode = mode;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notifyListeners();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setSeed(Color seed)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_seed = seed;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notifyListeners();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 the app, watch it and rebuild MaterialApp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OrderFlowApp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OrderFlowApp({super.key});</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Changing the theme at runtime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which is just more state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theme = context.watch&lt;ThemeModel&gt;();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MaterialApp(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theme: ThemeData(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colorScheme: ColorScheme.fromSeed(seedColor: theme.seed),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useMaterial3: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darkTheme: ThemeData(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colorScheme: ColorScheme.fromSeed(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seedColor: theme.seed,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brightness: Brightness.dark,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useMaterial3: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themeMode: theme.mode,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home: const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Change one colour and the entire application recolours,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because every widget reads its colours from the theme.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ChangeNotifier holding a colour and a mode, provided above MaterialApp and watched by it. Exactly the pattern from an hour ago.</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7.3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Theme the whole app</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seeded colour scheme, dark mode, every hard-coded colour and font size removed, and a runtime theme switcher.</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Give ThemeData a colorScheme from ColorScheme.fromSeed with a seed colour of your choice.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a darkTheme from the same seed with brightness dark, and themeMode system.</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Search your project for Colors. and fontSize: and replace every one with a role or a named style.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a filledButtonTheme making every filled button 48 high, and delete any per-button sizing.</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ThemeModel extends ChangeNotifier holding a ThemeMode and a seed Color.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Provide it with MultiProvider alongside OrderModel.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Watch it in OrderFlowApp so the whole app rebuilds when it changes.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three colour buttons to the app bar and confirm the entire app recolours.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Switch the device to dark mode and check every screen is still readable.</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an inputDecorationTheme so every text field is outlined, and remove the per-field borders.</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fourth button that cycles ThemeMode between light, dark and system.</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Find any text that becomes unreadable in dark mode and work out which hard-coded colour caused it.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7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Form groups fields, a GlobalKey is your handle, and validate runs everything in one call.</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Validators return null for valid or a message for invalid. Controllers are created in the State and disposed.</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Keyboard types and input formatters stop bad input before validation has to.</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Navigator is a stack. push returns a Future of whatever pop sends back.</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setState cannot reach another screen. Lifting state works, and leads to prop drilling.</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InheritedWidget is the mechanism under Theme.of and the rest. It shares down, and gives you no way to write.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ChangeNotifier is a service that announces changes. provider is the container that hands it out.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watch in build, read in callbacks. read in build is a silent bug.</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Providers inject services too, which is the same dependency injection argument you already accept.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One seed colour generates a whole palette, light and dark. Use roles, never raw colours.</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Calling a real HTTP API</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JSON to objects, by hand and generated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Storing data on the device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Testing: unit, widget and what deserves which</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Debugging, performance, accessibility and building a release</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flutter pub add provider fails on the venue network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Hand out the pubspec you resolved last night and have them run flutter pub get. Copy the pub cache from a USB stick if that also fails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lost their Day 6 code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6.3 solution from the Day 6 handbook. Five minutes and they are level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Nothing updates after a provider change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It is read in build, or a missing notifyListeners. Those two cover almost every case. Ask which before you look</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ProviderNotFoundException</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The provider is below the widget asking for it. Move it above, usually into main. The error message explains it well, so read it out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state management debate starts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Give the landscape slide two minutes, land on "consistency beats the choice", and whiteboard it for tomorrow's clinic</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ourier New" pitchFamily="34" charset="0"/>
                          <a:ea typeface="Courier New" pitchFamily="34" charset="-122"/>
                          <a:cs typeface="Courier New" pitchFamily="34" charset="-120"/>
                        </a:rPr>
                        <a:t>Undefined name FilteringTextInputFormatter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Missing import 'package:flutter/services.dart';. It will happen in Lab 7.1</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behind at 15:00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Run Lab 7.3 with steps 1 to 4 only, and demonstrate the runtime switcher on the projector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well ahead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Push the Lab 7.2 stretch goals, especially registering the service. It is tomorrow's first topic and a running start helps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7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7.1   B · Lab 7.2   C · Lab 7.3   D · State decision guide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7.1 - a form and a second 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create AddLineScreen, a StatefulWidget with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Scaffold titled 'Add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inside it, a Form with a GlobalKey&lt;FormState&gt;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two TextFormFields: SKU and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Create the controllers in the State and dispose them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SKU validator: required, and must match SKU-1234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Quantity validator: a whole number from 1 to 999</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inputFormatters so the quantity field 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accepts digits, maximum four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an Add button that validates and, if valid, calls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Navigator.pop(context, newLine) with a new OrderLine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on OrderScreen, make the FloatingActionButton push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AddLineScreen and await the result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if the result is not null, add it to your list 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setState, and show a SnackBar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7: remember the mounted check after the await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8: set autovalidateMode to onUserInteraction 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describe the difference to your neighbour</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solution  (1/5)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add_line_screen.dart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AddLineScreen extends StatefulWidget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AddLineScreen({super.key});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State&lt;AddLineScreen&gt; createState() =&gt; _AddLineScreenState();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_AddLineScreenState extends State&lt;AddLineScreen&gt;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_formKey = GlobalKey&lt;FormState&gt;();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_skuCtrl = TextEditingController();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_qtyCtrl = TextEditingController();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dispose()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_skuCtrl.dispose();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_qtyCtrl.dispose();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super.dispose();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_add()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(!_formKey.currentState!.validate()) return;</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solution  (2/5)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add_line_screen.dart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Navigator.pop(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 _skuCtrl.text.trim().toUpperCase(),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description: 'Added by hand',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quantity: int.parse(_qtyCtrl.text),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AppBar(title: const Text('Add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Padding(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Form(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 _formKey,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autovalidateMode: AutovalidateMode.onUserInteraction,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CrossAxisAlignment.stretch,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TextFormField(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controller: _skuCtrl,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const InputDecoration(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labelText: 'SKU',</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solution  (3/5)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add_line_screen.dart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hintText: 'SKU-1042',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OutlineInputBorder(),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textCapitalization: TextCapitalization.characters,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textInputAction: TextInputAction.next,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validator: (v)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 = v?.trim()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(s.isEmpty) return 'SKU is required';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(!s.isValidSku) return 'Use the form SKU-1234';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TextFormField(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controller: _qtyCtrl,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const InputDecoration(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labelText: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 OutlineInputBorder(),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keyboardType: TextInputType.number,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inputFormatters: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FilteringTextInputFormatter.digitsOnly,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LengthLimitingTextInputFormatter(4),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validator: (v)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n = int.tryParse(v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 null) return 'Enter a whole number';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&lt; 1) return 'At least 1';</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solution  (4/5)</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add_line_screen.dart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(n &gt; 999) return 'Maximum 999';</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SizedBox(height: 24),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FilledButton.icon(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_add,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Icon(Icons.add),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const Text('Add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 OrderScreen: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floatingActionButton: FloatingActionButton(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 = await Navigator.push&lt;OrderLine&gt;(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MaterialPageRoute(builder: (_) =&gt; const AddLineScreen()),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(!context.mounted || line == null) return;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setState(() =&gt; _lines.add(line));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ScaffoldMessenger.of(context).showSnackBar(</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7.1 solution  (5/5)</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add_line_screen.dart · 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SnackBar(content: Text('Added ${line.sku}')),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Icon(Icons.add),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Needs: import 'package:flutter/services.dart';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the services.dart import for the formatters, and the mounted check after the await.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 7.2 - lift the order into a model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flutter pub add provider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1: create lib/features/orders/state/order_model.dart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with class OrderModel extends ChangeNotifier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holding a private Order, with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 get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 get itemCount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get subtotal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addLine(OrderLine)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removeLine(OrderLine)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clear()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Remember notifyListeners() in every method that changes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2: wrap runApp in a ChangeNotifierProvider that creates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OrderModel</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3: make OrderScreen a StatelessWidget that takes NO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parameters, and read the model with context.watch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4: the app bar title shows the item count from the model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5: the FloatingActionButton pushes AddLineScreen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adds the result with context.read, not watch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6: the Dismissible calls context.read().removeLine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7: add a Clear action to the app bar that calls clear()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8: BREAK IT. Change one context.watch to context.read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observe what stops working. Then change it back</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order_model.dart · main.dart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lib/features/orders/state/order_model.dart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import 'package:flutter/foundation.dart';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OrderModel extends ChangeNotifier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_order = const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get order =&gt; _order;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get itemCount =&gt; _order.itemCount;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get subtotal =&gt; _order.subtotal;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isEmpty =&gt; _order.lines.isEmpty;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addLine(OrderLine line)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_order = _order.copyWith(lines: [..._order.lines,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removeLine(OrderLine line)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_order = _order.copyWith(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_order.lines.where((l) =&gt; l != line).toList(),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notifyListeners();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order_model.dart · main.dart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clear()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_order = _order.copyWith(lines: const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notifyListeners();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lib/main.dart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ChangeNotifierProvider(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create: (_) =&gt; OrderModel(),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OrderFlowApp(),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lib/features/orders/presentation/order_screen.dart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OrderScreen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OrderScreen({super.key});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model = context.watch&lt;OrderModel&gt;();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order_model.dart · main.dart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appBar: AppBar(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title: Text('OrderFlow  ${model.itemCount}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actions: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Icon(Icons.clear_all),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tooltip: 'Clear',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=&gt; context.read&lt;OrderModel&gt;().clear(),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body: SafeArea(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model.isEmpty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const EmptyState(message: 'No lines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ListView.separated(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itemCount: model.order.lines.length,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separatorBuilder: (_, __) =&gt; const SizedBox(height: 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itemBuilder: (context, i)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 = model.order.lines[i];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Dismissible(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key: ValueKey(line.sku),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direction: DismissDirection.endToStart,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background: 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alignment: Alignment.centerRight,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EdgeInsets.only(right: 16),</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7.2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order_model.dart · main.dart · 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 Theme.of(context).colorScheme.error,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Icon(Icons.delete, color: Colors.white),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onDismissed: (_)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context.read&lt;OrderModel&gt;().removeLine(line),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LineTile(line: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floatingActionButton: FloatingActionButton(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 async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 = await Navigator.push&lt;OrderLine&gt;(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MaterialPageRoute(builder: (_) =&gt; const AddLineScreen()),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(!context.mounted || line == null) return;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context.read&lt;OrderModel&gt;().addLine(line);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Icon(Icons.add),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ANSWER TO TODO 8: changing the app bar's watch to read means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widget no longer subscribes, so the item count never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updates when a line is added. Nothing errors. It just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silently stops working, which is why the rule matters.</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answer to the watch-versus-read experiment is in the comment at the bottom.</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 7.3 - theme the whole app from one colour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1: give ThemeData a colorScheme built with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ColorScheme.fromSeed and a seed colour of your choice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2: add a darkTheme from the same seed with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brightness: Brightness.dark,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themeMode: ThemeMode.system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3: search your widget files for Colors. and fontSize: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and replace every one with a colour role or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named text style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4: add a filledButtonTheme so every filled button 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48 logical pixels tall, and delete any per-button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sizing you had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5: create ThemeModel extends ChangeNotifier holding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ThemeMode and a seed Color, with setters that call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6: provide it with MultiProvider alongside OrderModel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7: watch it in OrderFlowApp so the whole app rebuilds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when it changes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8: add three buttons to the app bar that set the seed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 three different colours, and confirm the entire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app recolours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9: switch the device to dark mode and confirm every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screen is still readable</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theme_model.dart · main.dart · app.dart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ThemeModel extends ChangeNotifier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ThemeMode _mode = ThemeMode.system;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 _seed = const Color(0xFF2A9D8F);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ThemeMode get mode =&gt; _mode;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 get seed =&gt; _seed;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setMode(ThemeMode mode)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_mode = mode;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setSeed(Color seed)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_seed = seed;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notifyListeners();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theme_model.dart · main.dart · app.dart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runApp(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MultiProvider(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providers: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ChangeNotifierProvider(create: (_) =&gt; OrderModel()),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ChangeNotifierProvider(create: (_) =&gt; ThemeModel()),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OrderFlowApp(),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OrderFlowApp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OrderFlowApp({super.key});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theme = context.watch&lt;ThemeModel&gt;();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theme_model.dart · main.dart · app.dart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ThemeData build(Brightness brightness) =&gt; ThemeData(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colorScheme: ColorScheme.fromSeed(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seedColor: theme.seed,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brightness: brightness,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useMaterial3: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filledButtonTheme: FilledButtonThemeData(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FilledButton.styleFrom(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minimumSize: const Size.fromHeight(48),</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MaterialApp(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title: 'OrderFlow',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 build(Brightness.light),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darkTheme: build(Brightness.dark),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themeMode: theme.mode,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home: const OrderScreen(),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7.3 solution  (4/4)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theme_model.dart · main.dart · app.dart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three colour buttons, in the app bar actions: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actions: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c in const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Color(0xFF2A9D8F),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Color(0xFF8B1E3F),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Color(0xFF264653),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IconButton(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icon: Icon(Icons.circle, color: 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tooltip: 'Theme',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onPressed: () =&gt; context.read&lt;ThemeModel&gt;().setSeed(c),</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Where does this value live?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The value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lives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Text currently typed in a field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Widget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Only that field cares, and it owns the controller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Whether a panel is expanded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Widget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Purely local UI</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currently selected tab</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Widget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Nobody else reads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 scroll position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Widget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It owns the ScrollController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order being built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ChangeNotifier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Two screens change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item count in the app bar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Derived from the model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Never store what you can compute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signed-in user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ChangeNotifier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whole app reads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chosen theme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ChangeNotifier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MaterialApp reads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The HTTP client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plain Provider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service, not state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 repository or API service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plain Provider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Injected, swappable, faked in tests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Data fetched from a server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ChangeNotifier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Shared, and it changes over time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 validation error message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Form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framework already manages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Symptom</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Nothing updates when the model changes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read used in build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context.watch in build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Nothing updates, and watch is correct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Missing notifyListeners()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Call it in every method that changes state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ProviderNotFoundException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Provider is below the consumer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Move it above, usually into main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Undefined name FilteringTextInputFormatter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Missing import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import 'package:flutter/services.dart';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A TextEditingController was used after being disposed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Controller created in build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Create it as a field on the State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Fields clear themselves on every keystroke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Same cause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Same fix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validate() always returns true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Validators return nothing on the invalid path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Every path must return a String or null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Errors never appear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autovalidateMode left at the default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onUserInteraction, or call validate()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The awaited push result is always null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screen was popped without a value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Pass the value as the second argument to pop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Two screens close at once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Popped with the wrong context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Inside a dialog builder, pop with ctx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setState() called after dispose()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mounted check after an await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if (!context.mounted) return;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State changes but the list does not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List mutated in place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Replace with copyWith and a new list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Text is unreadable in dark mode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 hard-coded colour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colorScheme roles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Theme switch does nothing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ThemeModel provided below MaterialApp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Provide it above, in main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Topic</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Forms and validation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docs.flutter.dev/cookbook/forms/validation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Retrieve text field input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docs.flutter.dev/cookbook/forms/retrieve-input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Text input formatters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api.flutter.dev/flutter/services/TextInputFormatter-class.html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Navigate to a new screen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docs.flutter.dev/cookbook/navigation/navigation-basics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Return data from a screen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docs.flutter.dev/cookbook/navigation/returning-data</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Named routes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docs.flutter.dev/cookbook/navigation/named-routes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go_router, for later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pub.dev/packages/go_router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State management overview</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docs.flutter.dev/data-and-backend/state-mgmt/intro</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Simple app state management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docs.flutter.dev/data-and-backend/state-mgmt/simple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provider package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pub.dev/packages/provider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Riverpod, for later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riverpod.dev</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Themes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docs.flutter.dev/cookbook/design/themes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Material 3 colour roles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m3.material.io/styles/color/roles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7 - Forms, Navigation, State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7</dc:title>
  <dc:subject>Flutter Mobile Development for Java Developers</dc:subject>
  <dc:creator>Flutter for Java Developers</dc:creator>
  <cp:lastModifiedBy>Flutter for Java Developers</cp:lastModifiedBy>
  <cp:revision>1</cp:revision>
  <dcterms:created xsi:type="dcterms:W3CDTF">2026-09-11T06:30:32Z</dcterms:created>
  <dcterms:modified xsi:type="dcterms:W3CDTF">2026-09-11T06:30:32Z</dcterms:modified>
</cp:coreProperties>
</file>